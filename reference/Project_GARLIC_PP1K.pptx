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노트]</a:t>
            </a:r>
          </a:p>
          <a:p>
            <a:r>
              <a:t>- 오프닝에서 "같아 보이는 두 문제, 뿌리는 하나"로 시작</a:t>
            </a:r>
          </a:p>
          <a:p>
            <a:r>
              <a:t>- 구매자/판매자 양쪽 페인포인트를 번갈아 설명</a:t>
            </a:r>
          </a:p>
          <a:p>
            <a:r>
              <a:t>- 마지막에 핵심 질문을 던지며 2장으로 연결</a:t>
            </a:r>
          </a:p>
          <a:p>
            <a:r>
              <a:t>- 이 슬라이드의 핵심은 "공급자 중심 구조"라는 근본 원인 도출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노트]</a:t>
            </a:r>
          </a:p>
          <a:p>
            <a:r>
              <a:t>- "마늘 먹고 사람 될게요"로 전환점 만들기</a:t>
            </a:r>
          </a:p>
          <a:p>
            <a:r>
              <a:t>- GARLIC 풀네임 설명 시 "식품이 아닌 테크 브랜드"임을 강조</a:t>
            </a:r>
          </a:p>
          <a:p>
            <a:r>
              <a:t>- 캐릭터 진화 시스템을 단군신화와 연결해서 설명</a:t>
            </a:r>
          </a:p>
          <a:p>
            <a:r>
              <a:t>- 로고 3종은 이미지로 보여주며 각 용도 간략히</a:t>
            </a:r>
          </a:p>
          <a:p>
            <a:r>
              <a:t>- 3대 차별화: 세계관/쇼핑DNA/심리적 일체감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노트]</a:t>
            </a:r>
          </a:p>
          <a:p>
            <a:r>
              <a:t>- Phase 1 장례식은 유쾌하고 파격적으로 설명 (마늘봉 퇴마 콘서트!)</a:t>
            </a:r>
          </a:p>
          <a:p>
            <a:r>
              <a:t>- Phase 2는 단군신화 연결이 핵심 — "곰이 100일 버텨서 사람이 됐듯이"</a:t>
            </a:r>
          </a:p>
          <a:p>
            <a:r>
              <a:t>- 마늘 출석 시스템이 독자적 리텐션 언어임을 강조 (쿠팡 로켓와우, 네이버 플러스와 다름)</a:t>
            </a:r>
          </a:p>
          <a:p>
            <a:r>
              <a:t>- Phase 3는 장기 비전 간략히 (갈릭데이, Park)</a:t>
            </a:r>
          </a:p>
          <a:p>
            <a:r>
              <a:t>- 알리바바 JV 기술은 실행 가능성의 핵심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노트]</a:t>
            </a:r>
          </a:p>
          <a:p>
            <a:r>
              <a:t>- 4분면을 빠르게 훑되, ④ 선순환 플라이휠을 가장 강조</a:t>
            </a:r>
          </a:p>
          <a:p>
            <a:r>
              <a:t>- 정량 목표는 숫자를 크게 읽어주기</a:t>
            </a:r>
          </a:p>
          <a:p>
            <a:r>
              <a:t>- 마지막 슬로건은 천천히, 감정을 담아서</a:t>
            </a:r>
          </a:p>
          <a:p>
            <a:r>
              <a:t>- "대한민국 이커머스 역사를 쓴 플랫폼이 다시 한번 새 역사를 쓴다"로 마무리</a:t>
            </a:r>
          </a:p>
          <a:p>
            <a:r>
              <a:t>- Q&amp;A 대비: 식품 오인, 100일 이탈, 기술 실현 가능성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E79D-A339-87D7-CC42-5890CA4E7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76581-067B-70A6-2CC7-E80E9F101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26CF-BBD0-FB74-8B36-B90E4A1E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E7EE0-7F8B-49BC-8527-8F6B3946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C80F2-B350-3032-1689-611DA798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3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033A-6651-C89E-B791-7B9622BC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275E-FD88-0A77-A139-D79E1F950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14D28-1C8B-180B-719E-22FF14C5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C962-8903-C05A-3D7C-022A913C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7849-440F-B287-BF58-D4C2265D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2AE1-ED7B-69E5-42DD-77771835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BA2CA-27D0-536C-165D-86E5D5BF9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8DE11-30EE-5474-B10B-E15F2001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F0316-E114-E265-4746-417658FD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DC120-AB18-1556-926F-D50738F2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5B14A-E6E1-881D-A4F6-5B0B14DD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4FB4B-1F86-B0BF-3E99-B6294E0EF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F9D3A-0298-42BD-713D-8720A20E7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9C2F4-90C8-55F0-9C6D-5654BFCA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C9E5F-EB29-E364-CA3C-BE6470FC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8848D-ADF2-4067-DADB-CA0CEF02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CEAA5-E4D3-54C9-FC93-7FA7FF90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B459D-C623-9E41-B9C9-9721C3DED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FC179-A526-BA4D-4A7E-47FCDFD52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00C34-3FC7-5692-2E20-8FCCB5449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33C95-45E2-DF11-83A9-86756092D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F10D8-A6CB-CB79-2374-42DF7445D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7C1CC-C0DF-AFDF-FFC1-385E0D8F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BBC04-0EE5-90AE-0F0F-CBF732D5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5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F4CC-609E-C7FE-8443-F186BF92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D8AAD-DCC8-EF75-FB96-1F74476D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028BB-EA27-AC82-D372-C371EE89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1EBF0-6955-32F5-C4EC-E1BBC422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2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663BC-0692-9B04-CBEC-C2CB45F2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B2421C-6DC8-72C5-F2E5-EDB0AA4E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48A5-B41F-C078-753F-27075E2B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8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0C9D-CCFF-71D4-201A-EAFFB72D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86C1-6825-EF99-6897-CF9F7DB9B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5C852-0113-C0CA-53D7-04FB205E4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11C86-E098-34E6-F5C5-4C015A0F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B6505-5FCD-8752-7B94-C9EA9FFB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A90AD-90DE-6258-C135-E6561FC3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43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3902-D142-F3D4-6589-73EAD8FF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8D6EB-B06B-D358-E1FA-0B48CDF31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99763-B43B-EDB1-87D5-53AD329E5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9BFF4-4AAC-125A-6B85-51D5FB2F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5AB4F-906C-AAD2-3ADD-F54B5EEC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33CC-07DC-3653-6C71-F7E41E1A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6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0FEE-D65F-59BB-CAC9-F997E5DD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9F6A0-5BAA-3B1C-D53F-65846CD3A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E1647-1E6C-7D93-F30C-1C248E92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DA324-0EC0-7B1E-B5F9-EB4A32A7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1919-1B96-FFF5-251A-EE48944B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3C193-4781-1571-927D-132FF380E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54C7D-C6F3-836A-6CDE-609EE1C30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6F488-7175-03D0-A794-0F85BB91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AA523-CA16-81AA-B44B-07B5083C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56B9B-7AAF-F269-0E39-0F749248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463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A21DC-64A8-9708-8A5E-85D5B9E5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2968-8600-0950-E59B-6BB7F5B88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BCCBC-FB01-0553-4C15-DE34455EB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00D90-91B8-4D24-9505-53CA5DB0C4F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DC40D-DF97-75FA-053D-3CFD30BCA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764AE-BF04-0F84-47E2-4097A1D82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BEAE4-B268-483E-86AB-6E77868F9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7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맑은 고딕"/>
              </a:rP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맑은 고딕"/>
              </a:rPr>
              <a:t>지금 G마켓에서 가장 바꾸고 싶은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맑은 고딕"/>
              </a:rPr>
              <a:t>"우리는 26년을 쌓아왔다. 그런데 지금 고객은 왜 G마켓을 떠나는가?"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① 구매자 페인포인트</a:t>
            </a:r>
          </a:p>
          <a:p>
            <a:r>
              <a:rPr sz="400"/>
              <a:t/>
            </a:r>
          </a:p>
          <a:p>
            <a:pPr algn="l"/>
            <a:r>
              <a:rPr sz="1100" b="0" i="1">
                <a:solidFill>
                  <a:srgbClr val="1A1A1A"/>
                </a:solidFill>
                <a:latin typeface="맑은 고딕"/>
              </a:rPr>
              <a:t>"앱 켜도 살 게 없고 광고만 많아서 피곤하다"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맑은 고딕"/>
              </a:rPr>
              <a:t>→ 내가 원하는 상품보다 광고 딱지 붙은 상품이 먼저 보인다</a:t>
            </a:r>
          </a:p>
          <a:p>
            <a:r>
              <a:rPr sz="300"/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근본 원인: 플랫폼이 유저 경험보다 광고 수익을 우선하는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0116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② 판매자 페인포인트</a:t>
            </a:r>
          </a:p>
          <a:p>
            <a:r>
              <a:rPr sz="400"/>
              <a:t/>
            </a:r>
          </a:p>
          <a:p>
            <a:pPr algn="l"/>
            <a:r>
              <a:rPr sz="1100" b="0" i="1">
                <a:solidFill>
                  <a:srgbClr val="1A1A1A"/>
                </a:solidFill>
                <a:latin typeface="맑은 고딕"/>
              </a:rPr>
              <a:t>"G마켓에서 팔아봤자 광고비만 나간다"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맑은 고딕"/>
              </a:rPr>
              <a:t>→ 좋은 상품도 광고 안 사면 노출조차 안 된다</a:t>
            </a:r>
          </a:p>
          <a:p>
            <a:r>
              <a:rPr sz="300"/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근본 원인: 셀러를 파트너가 아닌 쥐어짜낼 매출 수단으로만 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③ 공통 근본 원인</a:t>
            </a:r>
          </a:p>
          <a:p>
            <a:r>
              <a:rPr sz="4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유저도 셀러도 5 Whys로 파고들면 같은 곳에서 만난다.</a:t>
            </a:r>
          </a:p>
          <a:p>
            <a:r>
              <a:rPr sz="600"/>
              <a:t/>
            </a:r>
          </a:p>
          <a:p>
            <a:pPr algn="l"/>
            <a:r>
              <a:rPr sz="1300" b="1" i="1">
                <a:solidFill>
                  <a:srgbClr val="C62828"/>
                </a:solidFill>
                <a:latin typeface="맑은 고딕"/>
              </a:rPr>
              <a:t>"G마켓은 공급자(광고주)를 위한 플랫폼이었다"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같아 보이는 두 문제, 뿌리는 하나였다.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A1A1A"/>
                </a:solidFill>
                <a:latin typeface="맑은 고딕"/>
              </a:rPr>
              <a:t>💡 쿠팡이 빠름을 팔고, 네이버가 검색을 팔 때 — G마켓은 무엇을 팔고 있었는가?</a:t>
            </a:r>
          </a:p>
        </p:txBody>
      </p:sp>
    </p:spTree>
    <p:extLst>
      <p:ext uri="{BB962C8B-B14F-4D97-AF65-F5344CB8AC3E}">
        <p14:creationId xmlns:p14="http://schemas.microsoft.com/office/powerpoint/2010/main" val="393693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맑은 고딕"/>
              </a:rPr>
              <a:t>핵심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맑은 고딕"/>
              </a:rPr>
              <a:t>G마켓, 이렇게 바꾸자!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</a:rPr>
              <a:t>우리의 문제점은 우리에게 있었다. 플랫폼만 바라보다 고객을 잃었다. 이제 진짜 고객 위주로 간다.</a:t>
            </a:r>
          </a:p>
          <a:p>
            <a:pPr algn="l"/>
            <a:r>
              <a:rPr sz="1600" b="1" i="0">
                <a:solidFill>
                  <a:srgbClr val="2E7D32"/>
                </a:solidFill>
                <a:latin typeface="맑은 고딕"/>
              </a:rPr>
              <a:t>마늘 먹고 사람 될게요.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맑은 고딕"/>
              </a:rPr>
              <a:t>왜 GARLIC인가</a:t>
            </a:r>
          </a:p>
          <a:p>
            <a:r>
              <a:rPr sz="300"/>
              <a:t/>
            </a:r>
          </a:p>
          <a:p>
            <a:pPr algn="l"/>
            <a:r>
              <a:rPr sz="1100" b="0" i="1">
                <a:solidFill>
                  <a:srgbClr val="1A1A1A"/>
                </a:solidFill>
                <a:latin typeface="맑은 고딕"/>
              </a:rPr>
              <a:t>"가장 한국적인 뿌리(마늘)에서 가장 첨단적인 개인화(AI)가 피어난다."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우리는 마늘의 민족이다. G마켓은 오픈마켓의 시조새다.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26년간 쿠팡이 빠름을 팔 때 우리는 사람을 공부했고,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네이버가 검색을 팔 때 우리는 취향을 기억했다.</a:t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그것이 G마켓의 자산이다. 이제 그 자산에 이름을 붙인다.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103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맑은 고딕"/>
              </a:rPr>
              <a:t>AS-IS → TO-BE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검색·추천 기준: 광고비 순서 → 나의 취향·맥락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셀러 관계: 광고 구매자 → 성장 파트너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유저 경험: 광고 피로 → 고민 없는 발견</a:t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포지셔닝: "나보다 나를 더 잘 아는 마켓"</a:t>
            </a:r>
          </a:p>
          <a:p>
            <a:r>
              <a:rPr sz="400"/>
              <a:t/>
            </a:r>
          </a:p>
          <a:p>
            <a:pPr algn="l"/>
            <a:r>
              <a:rPr sz="1000" b="0" i="1">
                <a:solidFill>
                  <a:srgbClr val="666666"/>
                </a:solidFill>
                <a:latin typeface="맑은 고딕"/>
              </a:rPr>
              <a:t>GARLIC = Global AI-Rooted Lifestyle Iconic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맑은 고딕"/>
              </a:rPr>
              <a:t>캐릭터 진화 시스템 — 갈릭프렌즈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Day 1~33: 꼬마마늘 (출석 아이콘, 이모티콘)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Day 34~66: 갈릭프렌즈 (굿즈, SNS, 라인프렌즈 포지션)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Day 67~100: 마늘요정 (VIP 전용, 한정판)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맑은 고딕"/>
              </a:rPr>
              <a:t>→ 단군신화 100일의 현대적 게이미피케이션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맑은 고딕"/>
              </a:rPr>
              <a:t>로고 3종 체계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3D 타이포 Garlic: 캠페인·광고 메인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마늘 심볼: 앱 아이콘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G + 마늘 곡선: 공식 CI (→ 선형 재디자인 예정)</a:t>
            </a:r>
          </a:p>
          <a:p>
            <a:r>
              <a:rPr sz="300"/>
              <a:t/>
            </a:r>
          </a:p>
          <a:p>
            <a:pPr algn="l"/>
            <a:r>
              <a:rPr sz="1000" b="0" i="1">
                <a:solidFill>
                  <a:srgbClr val="999999"/>
                </a:solidFill>
                <a:latin typeface="맑은 고딕"/>
              </a:rPr>
              <a:t>(이미지: char.png 캐릭터 3종 + logo 3종 배치)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2E7D32"/>
                </a:solidFill>
                <a:latin typeface="맑은 고딕"/>
              </a:rPr>
              <a:t>"26년이 기억하는 당신의 DNA — GARLIC: Rooted in Korea"</a:t>
            </a:r>
          </a:p>
        </p:txBody>
      </p:sp>
      <p:pic>
        <p:nvPicPr>
          <p:cNvPr id="10" name="Picture 9" descr="log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74320"/>
            <a:ext cx="21031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6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맑은 고딕"/>
              </a:rPr>
              <a:t>실행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맑은 고딕"/>
              </a:rPr>
              <a:t>어떻게 구현할 것인가?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맑은 고딕"/>
              </a:rPr>
              <a:t>3단계 로드맵 — 죽음에서 부활까지, 100일의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Phase 1 — The Funeral (5월)</a:t>
            </a:r>
          </a:p>
          <a:p>
            <a:r>
              <a:rPr sz="300"/>
              <a:t/>
            </a:r>
          </a:p>
          <a:p>
            <a:pPr algn="l"/>
            <a:r>
              <a:rPr sz="1000" b="0" i="1">
                <a:solidFill>
                  <a:srgbClr val="666666"/>
                </a:solidFill>
                <a:latin typeface="맑은 고딕"/>
              </a:rPr>
              <a:t>"우리는 죽지 않았다. 100일간의 동굴에 들어갔을 뿐."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광화문: G마켓 1999-2025 장례식 퍼포먼스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국화 대신 마늘 한 송이 배포 → 화제성 극대화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퇴마 콘서트: 마늘봉 흔들며 악귀를 쫓다</a:t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• GARLIC으로 화려한 부활 선언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Phase 2 — 100일 이벤트 (7~9월)</a:t>
            </a:r>
          </a:p>
          <a:p>
            <a:r>
              <a:rPr sz="300"/>
              <a:t/>
            </a:r>
          </a:p>
          <a:p>
            <a:pPr algn="l"/>
            <a:r>
              <a:rPr sz="1000" b="0" i="1">
                <a:solidFill>
                  <a:srgbClr val="666666"/>
                </a:solidFill>
                <a:latin typeface="맑은 고딕"/>
              </a:rPr>
              <a:t>단군신화의 곰은 100일간 마늘을 먹고 사람이 되었다.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마늘 출석: 매일 1알 → 10알=한쪽(쿠폰)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100일 완주 = 변신 완료 특별 보상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갈릭 키우기(다마고치형 캐릭터 육성)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10일마다 대형 기능 순차 론칭</a:t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• "나 오늘 마늘 몇 알이야" SNS 밈 유발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82880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Phase 3 — 브랜드 자산화 (10월~)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갈릭 데이: 빅스마일데이 대체 정기 행사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AI Ego-Sync: 유저별 UI 실시간 재조합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의성 x GARLIC Park: 마늘 테마 체험 파크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마늘 화폐: 캐시·쿠키를 마늘로 전환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캐릭터 IP 사업화 (라인프렌즈 모델)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맑은 고딕"/>
              </a:rPr>
              <a:t>기술 기반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알리바바 JV AI 추천 엔진 활용 → 광고비 순서가 아닌 취향 매칭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셀러 친화 전환: 광고 없이도 맞는 유저에게 자동 매칭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글로벌 확장: K-Culture 열풍 + 알리바바 네트워크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맑은 고딕"/>
              </a:rPr>
              <a:t>필요 리소스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인력: 상주 100명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마케팅 예산: 200~300억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테크 예산: 100~150억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기간: 2026년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9999"/>
                </a:solidFill>
                <a:latin typeface="맑은 고딕"/>
              </a:rPr>
              <a:t>(이미지: target.png 5단계 로드맵 타임라인 + 캐릭터 진화 3단계 배치)</a:t>
            </a:r>
          </a:p>
        </p:txBody>
      </p:sp>
    </p:spTree>
    <p:extLst>
      <p:ext uri="{BB962C8B-B14F-4D97-AF65-F5344CB8AC3E}">
        <p14:creationId xmlns:p14="http://schemas.microsoft.com/office/powerpoint/2010/main" val="144875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맑은 고딕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맑은 고딕"/>
              </a:rPr>
              <a:t>이렇게 달라질 것입니다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맑은 고딕"/>
              </a:rPr>
              <a:t>"G마켓이 죽었다는 광고에 놀랐는데, 다시 태어난 GARLIC은 너무나 힙하고 나를 잘 안다."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① 브랜드 이미지 정착</a:t>
            </a:r>
          </a:p>
          <a:p>
            <a:r>
              <a:rPr sz="300"/>
              <a:t/>
            </a:r>
          </a:p>
          <a:p>
            <a:pPr algn="l"/>
            <a:r>
              <a:rPr sz="1100" b="0" i="1">
                <a:solidFill>
                  <a:srgbClr val="1A1A1A"/>
                </a:solidFill>
                <a:latin typeface="맑은 고딕"/>
              </a:rPr>
              <a:t>"GARLIC이 골라준 거니까 믿을 수 있어."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광고판이 아닌 발견의 즐거움을 주는 앱으로 인식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② 구매자·판매자 급증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3,000만 명 가입, 이탈 유저 복귀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재방문율 증가 + 신규 셀러 연속 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③ 광고 효율 상승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억지 광고 ↓ → 남은 광고 클릭률·전환율 ↑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셀러 만족 → 좋은 상품 유입 → 유저 만족 선순환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3832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④ 선순환 플라이휠</a:t>
            </a:r>
          </a:p>
          <a:p>
            <a:r>
              <a:rPr sz="300"/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셀러 유입 → 상품 다양성 → 유저 유입 → 구매 증가</a:t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GARLIC이 돌리는 선순환, 멈추지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맑은 고딕"/>
              </a:rPr>
              <a:t>정량 목표</a:t>
            </a:r>
          </a:p>
          <a:p>
            <a:r>
              <a:rPr sz="300"/>
              <a:t/>
            </a:r>
          </a:p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</a:rPr>
              <a:t>30대 유입·체류 150%↑  |  추천 클릭 CVR 50%↑  |  탐색 경로 30%↓  |  GARLIC Park 연 100만 방문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2E7D32"/>
                </a:solidFill>
                <a:latin typeface="맑은 고딕"/>
              </a:rPr>
              <a:t>"26년이 기억하는 당신의 DNA — GARLIC: Rooted in Korea"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663440"/>
            <a:ext cx="21031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7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김성신</dc:creator>
  <cp:lastModifiedBy>김성신</cp:lastModifiedBy>
  <cp:revision>1</cp:revision>
  <cp:lastPrinted>2026-03-20T07:25:37Z</cp:lastPrinted>
  <dcterms:created xsi:type="dcterms:W3CDTF">2026-03-20T07:23:49Z</dcterms:created>
  <dcterms:modified xsi:type="dcterms:W3CDTF">2026-03-20T07:26:04Z</dcterms:modified>
</cp:coreProperties>
</file>