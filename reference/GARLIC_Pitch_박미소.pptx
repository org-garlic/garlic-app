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41ED9F-F8DE-F187-6E31-27E0B2751041}" v="3" dt="2026-04-02T09:13:52.039"/>
    <p1510:client id="{856D15F2-4401-2E88-5018-8C1A8BAE76D9}" v="1445" dt="2026-04-02T09:12:22.919"/>
    <p1510:client id="{8AE1466B-F2AE-49E9-BE21-93EA4761D1A6}" v="1454" dt="2026-04-02T10:55:50.257"/>
    <p1510:client id="{D4F882A8-D2FA-CDBC-9B48-0051F9200B62}" v="9" dt="2026-04-02T08:49:27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박미소" userId="1f203ec9-dbdc-451b-a05e-484db5651e1c" providerId="ADAL" clId="{67B5BC7F-0B1C-4EDE-AB12-1299A1C1131D}"/>
    <pc:docChg chg="undo custSel modSld">
      <pc:chgData name="박미소" userId="1f203ec9-dbdc-451b-a05e-484db5651e1c" providerId="ADAL" clId="{67B5BC7F-0B1C-4EDE-AB12-1299A1C1131D}" dt="2026-04-02T10:55:50.257" v="1448" actId="20577"/>
      <pc:docMkLst>
        <pc:docMk/>
      </pc:docMkLst>
      <pc:sldChg chg="delSp modSp mod">
        <pc:chgData name="박미소" userId="1f203ec9-dbdc-451b-a05e-484db5651e1c" providerId="ADAL" clId="{67B5BC7F-0B1C-4EDE-AB12-1299A1C1131D}" dt="2026-04-02T09:13:31.159" v="1418" actId="478"/>
        <pc:sldMkLst>
          <pc:docMk/>
          <pc:sldMk cId="0" sldId="256"/>
        </pc:sldMkLst>
        <pc:spChg chg="mod">
          <ac:chgData name="박미소" userId="1f203ec9-dbdc-451b-a05e-484db5651e1c" providerId="ADAL" clId="{67B5BC7F-0B1C-4EDE-AB12-1299A1C1131D}" dt="2026-04-02T08:11:54.405" v="0" actId="20577"/>
          <ac:spMkLst>
            <pc:docMk/>
            <pc:sldMk cId="0" sldId="256"/>
            <ac:spMk id="7" creationId="{00000000-0000-0000-0000-000000000000}"/>
          </ac:spMkLst>
        </pc:spChg>
        <pc:spChg chg="del mod">
          <ac:chgData name="박미소" userId="1f203ec9-dbdc-451b-a05e-484db5651e1c" providerId="ADAL" clId="{67B5BC7F-0B1C-4EDE-AB12-1299A1C1131D}" dt="2026-04-02T09:13:31.159" v="1418" actId="478"/>
          <ac:spMkLst>
            <pc:docMk/>
            <pc:sldMk cId="0" sldId="256"/>
            <ac:spMk id="8" creationId="{00000000-0000-0000-0000-000000000000}"/>
          </ac:spMkLst>
        </pc:spChg>
      </pc:sldChg>
      <pc:sldChg chg="modSp mod">
        <pc:chgData name="박미소" userId="1f203ec9-dbdc-451b-a05e-484db5651e1c" providerId="ADAL" clId="{67B5BC7F-0B1C-4EDE-AB12-1299A1C1131D}" dt="2026-04-02T10:55:50.257" v="1448" actId="20577"/>
        <pc:sldMkLst>
          <pc:docMk/>
          <pc:sldMk cId="0" sldId="257"/>
        </pc:sldMkLst>
        <pc:spChg chg="mod">
          <ac:chgData name="박미소" userId="1f203ec9-dbdc-451b-a05e-484db5651e1c" providerId="ADAL" clId="{67B5BC7F-0B1C-4EDE-AB12-1299A1C1131D}" dt="2026-04-02T10:55:50.257" v="1448" actId="20577"/>
          <ac:spMkLst>
            <pc:docMk/>
            <pc:sldMk cId="0" sldId="257"/>
            <ac:spMk id="12" creationId="{00000000-0000-0000-0000-000000000000}"/>
          </ac:spMkLst>
        </pc:spChg>
      </pc:sldChg>
      <pc:sldChg chg="modSp mod">
        <pc:chgData name="박미소" userId="1f203ec9-dbdc-451b-a05e-484db5651e1c" providerId="ADAL" clId="{67B5BC7F-0B1C-4EDE-AB12-1299A1C1131D}" dt="2026-04-02T09:10:25.986" v="1412" actId="20577"/>
        <pc:sldMkLst>
          <pc:docMk/>
          <pc:sldMk cId="0" sldId="260"/>
        </pc:sldMkLst>
        <pc:spChg chg="mod">
          <ac:chgData name="박미소" userId="1f203ec9-dbdc-451b-a05e-484db5651e1c" providerId="ADAL" clId="{67B5BC7F-0B1C-4EDE-AB12-1299A1C1131D}" dt="2026-04-02T09:08:57.910" v="1271"/>
          <ac:spMkLst>
            <pc:docMk/>
            <pc:sldMk cId="0" sldId="260"/>
            <ac:spMk id="10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9:08:39.605" v="1240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9:10:25.986" v="1412" actId="2057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8:27:43.489" v="206" actId="20577"/>
          <ac:spMkLst>
            <pc:docMk/>
            <pc:sldMk cId="0" sldId="260"/>
            <ac:spMk id="26" creationId="{00000000-0000-0000-0000-000000000000}"/>
          </ac:spMkLst>
        </pc:spChg>
        <pc:picChg chg="mod">
          <ac:chgData name="박미소" userId="1f203ec9-dbdc-451b-a05e-484db5651e1c" providerId="ADAL" clId="{67B5BC7F-0B1C-4EDE-AB12-1299A1C1131D}" dt="2026-04-02T09:08:27.388" v="1196" actId="1076"/>
          <ac:picMkLst>
            <pc:docMk/>
            <pc:sldMk cId="0" sldId="260"/>
            <ac:picMk id="35" creationId="{F0F461B0-8BE7-4480-4BA2-E8D2B1210DBC}"/>
          </ac:picMkLst>
        </pc:picChg>
      </pc:sldChg>
      <pc:sldChg chg="modSp mod">
        <pc:chgData name="박미소" userId="1f203ec9-dbdc-451b-a05e-484db5651e1c" providerId="ADAL" clId="{67B5BC7F-0B1C-4EDE-AB12-1299A1C1131D}" dt="2026-04-02T08:26:23.082" v="144" actId="20577"/>
        <pc:sldMkLst>
          <pc:docMk/>
          <pc:sldMk cId="0" sldId="263"/>
        </pc:sldMkLst>
        <pc:spChg chg="mod">
          <ac:chgData name="박미소" userId="1f203ec9-dbdc-451b-a05e-484db5651e1c" providerId="ADAL" clId="{67B5BC7F-0B1C-4EDE-AB12-1299A1C1131D}" dt="2026-04-02T08:22:07.348" v="23" actId="1076"/>
          <ac:spMkLst>
            <pc:docMk/>
            <pc:sldMk cId="0" sldId="263"/>
            <ac:spMk id="5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8:25:57.673" v="120" actId="1076"/>
          <ac:spMkLst>
            <pc:docMk/>
            <pc:sldMk cId="0" sldId="263"/>
            <ac:spMk id="7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8:26:23.082" v="144" actId="20577"/>
          <ac:spMkLst>
            <pc:docMk/>
            <pc:sldMk cId="0" sldId="263"/>
            <ac:spMk id="12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8:22:40.133" v="57" actId="20577"/>
          <ac:spMkLst>
            <pc:docMk/>
            <pc:sldMk cId="0" sldId="263"/>
            <ac:spMk id="19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8:25:47.546" v="118" actId="20577"/>
          <ac:spMkLst>
            <pc:docMk/>
            <pc:sldMk cId="0" sldId="263"/>
            <ac:spMk id="26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8:22:26.801" v="45" actId="20577"/>
          <ac:spMkLst>
            <pc:docMk/>
            <pc:sldMk cId="0" sldId="263"/>
            <ac:spMk id="28" creationId="{00000000-0000-0000-0000-000000000000}"/>
          </ac:spMkLst>
        </pc:spChg>
      </pc:sldChg>
      <pc:sldChg chg="addSp delSp modSp mod">
        <pc:chgData name="박미소" userId="1f203ec9-dbdc-451b-a05e-484db5651e1c" providerId="ADAL" clId="{67B5BC7F-0B1C-4EDE-AB12-1299A1C1131D}" dt="2026-04-02T10:18:00.449" v="1440" actId="20577"/>
        <pc:sldMkLst>
          <pc:docMk/>
          <pc:sldMk cId="0" sldId="266"/>
        </pc:sldMkLst>
        <pc:spChg chg="mod">
          <ac:chgData name="박미소" userId="1f203ec9-dbdc-451b-a05e-484db5651e1c" providerId="ADAL" clId="{67B5BC7F-0B1C-4EDE-AB12-1299A1C1131D}" dt="2026-04-02T09:00:44.177" v="806" actId="20577"/>
          <ac:spMkLst>
            <pc:docMk/>
            <pc:sldMk cId="0" sldId="266"/>
            <ac:spMk id="7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8:57:25.366" v="597" actId="20577"/>
          <ac:spMkLst>
            <pc:docMk/>
            <pc:sldMk cId="0" sldId="266"/>
            <ac:spMk id="8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9:07:43.361" v="1195" actId="20577"/>
          <ac:spMkLst>
            <pc:docMk/>
            <pc:sldMk cId="0" sldId="266"/>
            <ac:spMk id="9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9:00:52.169" v="813" actId="20577"/>
          <ac:spMkLst>
            <pc:docMk/>
            <pc:sldMk cId="0" sldId="266"/>
            <ac:spMk id="12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9:05:21.912" v="1150" actId="20577"/>
          <ac:spMkLst>
            <pc:docMk/>
            <pc:sldMk cId="0" sldId="266"/>
            <ac:spMk id="13" creationId="{00000000-0000-0000-0000-000000000000}"/>
          </ac:spMkLst>
        </pc:spChg>
        <pc:spChg chg="del mod">
          <ac:chgData name="박미소" userId="1f203ec9-dbdc-451b-a05e-484db5651e1c" providerId="ADAL" clId="{67B5BC7F-0B1C-4EDE-AB12-1299A1C1131D}" dt="2026-04-02T09:02:35.640" v="932" actId="478"/>
          <ac:spMkLst>
            <pc:docMk/>
            <pc:sldMk cId="0" sldId="266"/>
            <ac:spMk id="14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9:01:19.226" v="825"/>
          <ac:spMkLst>
            <pc:docMk/>
            <pc:sldMk cId="0" sldId="266"/>
            <ac:spMk id="15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8:59:55.964" v="805" actId="20577"/>
          <ac:spMkLst>
            <pc:docMk/>
            <pc:sldMk cId="0" sldId="266"/>
            <ac:spMk id="17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8:58:56.592" v="800" actId="20577"/>
          <ac:spMkLst>
            <pc:docMk/>
            <pc:sldMk cId="0" sldId="266"/>
            <ac:spMk id="18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8:32:13.962" v="233" actId="20577"/>
          <ac:spMkLst>
            <pc:docMk/>
            <pc:sldMk cId="0" sldId="266"/>
            <ac:spMk id="19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8:55:23.083" v="519" actId="20577"/>
          <ac:spMkLst>
            <pc:docMk/>
            <pc:sldMk cId="0" sldId="266"/>
            <ac:spMk id="22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8:43:20.040" v="394" actId="20577"/>
          <ac:spMkLst>
            <pc:docMk/>
            <pc:sldMk cId="0" sldId="266"/>
            <ac:spMk id="23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9:05:58.413" v="1186" actId="1076"/>
          <ac:spMkLst>
            <pc:docMk/>
            <pc:sldMk cId="0" sldId="266"/>
            <ac:spMk id="24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10:18:00.449" v="1440" actId="20577"/>
          <ac:spMkLst>
            <pc:docMk/>
            <pc:sldMk cId="0" sldId="266"/>
            <ac:spMk id="25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8:28:08.480" v="214"/>
          <ac:spMkLst>
            <pc:docMk/>
            <pc:sldMk cId="0" sldId="266"/>
            <ac:spMk id="28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10:17:51.184" v="1433" actId="20577"/>
          <ac:spMkLst>
            <pc:docMk/>
            <pc:sldMk cId="0" sldId="266"/>
            <ac:spMk id="30" creationId="{00000000-0000-0000-0000-000000000000}"/>
          </ac:spMkLst>
        </pc:spChg>
        <pc:spChg chg="mod">
          <ac:chgData name="박미소" userId="1f203ec9-dbdc-451b-a05e-484db5651e1c" providerId="ADAL" clId="{67B5BC7F-0B1C-4EDE-AB12-1299A1C1131D}" dt="2026-04-02T08:28:14.237" v="215" actId="20577"/>
          <ac:spMkLst>
            <pc:docMk/>
            <pc:sldMk cId="0" sldId="266"/>
            <ac:spMk id="31" creationId="{00000000-0000-0000-0000-000000000000}"/>
          </ac:spMkLst>
        </pc:spChg>
        <pc:spChg chg="add mod">
          <ac:chgData name="박미소" userId="1f203ec9-dbdc-451b-a05e-484db5651e1c" providerId="ADAL" clId="{67B5BC7F-0B1C-4EDE-AB12-1299A1C1131D}" dt="2026-04-02T09:03:31.200" v="1001" actId="20577"/>
          <ac:spMkLst>
            <pc:docMk/>
            <pc:sldMk cId="0" sldId="266"/>
            <ac:spMk id="35" creationId="{7FE56BC9-2608-5922-525D-929A6CFA71DC}"/>
          </ac:spMkLst>
        </pc:spChg>
        <pc:spChg chg="add mod">
          <ac:chgData name="박미소" userId="1f203ec9-dbdc-451b-a05e-484db5651e1c" providerId="ADAL" clId="{67B5BC7F-0B1C-4EDE-AB12-1299A1C1131D}" dt="2026-04-02T09:02:05.809" v="864"/>
          <ac:spMkLst>
            <pc:docMk/>
            <pc:sldMk cId="0" sldId="266"/>
            <ac:spMk id="36" creationId="{5FA0FBB1-7338-6B7E-B874-F81CF04B1057}"/>
          </ac:spMkLst>
        </pc:spChg>
        <pc:spChg chg="add mod">
          <ac:chgData name="박미소" userId="1f203ec9-dbdc-451b-a05e-484db5651e1c" providerId="ADAL" clId="{67B5BC7F-0B1C-4EDE-AB12-1299A1C1131D}" dt="2026-04-02T09:02:12.979" v="865"/>
          <ac:spMkLst>
            <pc:docMk/>
            <pc:sldMk cId="0" sldId="266"/>
            <ac:spMk id="37" creationId="{3189BC40-6BA7-BBD8-993C-8C9924F1EB50}"/>
          </ac:spMkLst>
        </pc:spChg>
        <pc:spChg chg="add mod">
          <ac:chgData name="박미소" userId="1f203ec9-dbdc-451b-a05e-484db5651e1c" providerId="ADAL" clId="{67B5BC7F-0B1C-4EDE-AB12-1299A1C1131D}" dt="2026-04-02T09:12:18.385" v="1415" actId="20577"/>
          <ac:spMkLst>
            <pc:docMk/>
            <pc:sldMk cId="0" sldId="266"/>
            <ac:spMk id="38" creationId="{6B9A3E75-52BD-0F3C-8BC9-4AF5BD702AF9}"/>
          </ac:spMkLst>
        </pc:spChg>
      </pc:sldChg>
      <pc:sldChg chg="modSp mod">
        <pc:chgData name="박미소" userId="1f203ec9-dbdc-451b-a05e-484db5651e1c" providerId="ADAL" clId="{67B5BC7F-0B1C-4EDE-AB12-1299A1C1131D}" dt="2026-04-02T09:13:22.440" v="1416" actId="20577"/>
        <pc:sldMkLst>
          <pc:docMk/>
          <pc:sldMk cId="0" sldId="267"/>
        </pc:sldMkLst>
        <pc:spChg chg="mod">
          <ac:chgData name="박미소" userId="1f203ec9-dbdc-451b-a05e-484db5651e1c" providerId="ADAL" clId="{67B5BC7F-0B1C-4EDE-AB12-1299A1C1131D}" dt="2026-04-02T09:13:22.440" v="1416" actId="20577"/>
          <ac:spMkLst>
            <pc:docMk/>
            <pc:sldMk cId="0" sldId="267"/>
            <ac:spMk id="18" creationId="{00000000-0000-0000-0000-000000000000}"/>
          </ac:spMkLst>
        </pc:spChg>
      </pc:sldChg>
    </pc:docChg>
  </pc:docChgLst>
  <pc:docChgLst>
    <pc:chgData name="이유진(대형가전/디지털)" userId="S::eujinyi@gmarket.com::c20d7f1f-217f-4bf5-b119-dc779c89c25e" providerId="AD" clId="Web-{D4F882A8-D2FA-CDBC-9B48-0051F9200B62}"/>
    <pc:docChg chg="modSld">
      <pc:chgData name="이유진(대형가전/디지털)" userId="S::eujinyi@gmarket.com::c20d7f1f-217f-4bf5-b119-dc779c89c25e" providerId="AD" clId="Web-{D4F882A8-D2FA-CDBC-9B48-0051F9200B62}" dt="2026-04-02T08:49:27.092" v="8" actId="20577"/>
      <pc:docMkLst>
        <pc:docMk/>
      </pc:docMkLst>
      <pc:sldChg chg="modSp">
        <pc:chgData name="이유진(대형가전/디지털)" userId="S::eujinyi@gmarket.com::c20d7f1f-217f-4bf5-b119-dc779c89c25e" providerId="AD" clId="Web-{D4F882A8-D2FA-CDBC-9B48-0051F9200B62}" dt="2026-04-02T08:49:27.092" v="8" actId="20577"/>
        <pc:sldMkLst>
          <pc:docMk/>
          <pc:sldMk cId="0" sldId="260"/>
        </pc:sldMkLst>
        <pc:spChg chg="mod">
          <ac:chgData name="이유진(대형가전/디지털)" userId="S::eujinyi@gmarket.com::c20d7f1f-217f-4bf5-b119-dc779c89c25e" providerId="AD" clId="Web-{D4F882A8-D2FA-CDBC-9B48-0051F9200B62}" dt="2026-04-02T08:49:18.139" v="5" actId="20577"/>
          <ac:spMkLst>
            <pc:docMk/>
            <pc:sldMk cId="0" sldId="260"/>
            <ac:spMk id="26" creationId="{00000000-0000-0000-0000-000000000000}"/>
          </ac:spMkLst>
        </pc:spChg>
        <pc:spChg chg="mod">
          <ac:chgData name="이유진(대형가전/디지털)" userId="S::eujinyi@gmarket.com::c20d7f1f-217f-4bf5-b119-dc779c89c25e" providerId="AD" clId="Web-{D4F882A8-D2FA-CDBC-9B48-0051F9200B62}" dt="2026-04-02T08:49:27.092" v="8" actId="20577"/>
          <ac:spMkLst>
            <pc:docMk/>
            <pc:sldMk cId="0" sldId="260"/>
            <ac:spMk id="29" creationId="{00000000-0000-0000-0000-000000000000}"/>
          </ac:spMkLst>
        </pc:spChg>
      </pc:sldChg>
    </pc:docChg>
  </pc:docChgLst>
  <pc:docChgLst>
    <pc:chgData name="오재성" userId="S::jaeseoh@gmarket.com::69afa2ce-921e-493c-8f38-a647e64a3e72" providerId="AD" clId="Web-{1841ED9F-F8DE-F187-6E31-27E0B2751041}"/>
    <pc:docChg chg="modSld">
      <pc:chgData name="오재성" userId="S::jaeseoh@gmarket.com::69afa2ce-921e-493c-8f38-a647e64a3e72" providerId="AD" clId="Web-{1841ED9F-F8DE-F187-6E31-27E0B2751041}" dt="2026-04-02T09:13:52.039" v="2" actId="20577"/>
      <pc:docMkLst>
        <pc:docMk/>
      </pc:docMkLst>
      <pc:sldChg chg="modSp">
        <pc:chgData name="오재성" userId="S::jaeseoh@gmarket.com::69afa2ce-921e-493c-8f38-a647e64a3e72" providerId="AD" clId="Web-{1841ED9F-F8DE-F187-6E31-27E0B2751041}" dt="2026-04-02T09:13:52.039" v="2" actId="20577"/>
        <pc:sldMkLst>
          <pc:docMk/>
          <pc:sldMk cId="0" sldId="257"/>
        </pc:sldMkLst>
        <pc:spChg chg="mod">
          <ac:chgData name="오재성" userId="S::jaeseoh@gmarket.com::69afa2ce-921e-493c-8f38-a647e64a3e72" providerId="AD" clId="Web-{1841ED9F-F8DE-F187-6E31-27E0B2751041}" dt="2026-04-02T09:13:52.039" v="2" actId="20577"/>
          <ac:spMkLst>
            <pc:docMk/>
            <pc:sldMk cId="0" sldId="257"/>
            <ac:spMk id="12" creationId="{00000000-0000-0000-0000-000000000000}"/>
          </ac:spMkLst>
        </pc:spChg>
      </pc:sldChg>
    </pc:docChg>
  </pc:docChgLst>
  <pc:docChgLst>
    <pc:chgData name="김원제" userId="S::wonjkim@gmarket.com::9eea47b9-4c07-477a-8725-684f98bb9950" providerId="AD" clId="Web-{856D15F2-4401-2E88-5018-8C1A8BAE76D9}"/>
    <pc:docChg chg="modSld">
      <pc:chgData name="김원제" userId="S::wonjkim@gmarket.com::9eea47b9-4c07-477a-8725-684f98bb9950" providerId="AD" clId="Web-{856D15F2-4401-2E88-5018-8C1A8BAE76D9}" dt="2026-04-02T09:12:21.044" v="1122" actId="20577"/>
      <pc:docMkLst>
        <pc:docMk/>
      </pc:docMkLst>
      <pc:sldChg chg="addSp delSp modSp">
        <pc:chgData name="김원제" userId="S::wonjkim@gmarket.com::9eea47b9-4c07-477a-8725-684f98bb9950" providerId="AD" clId="Web-{856D15F2-4401-2E88-5018-8C1A8BAE76D9}" dt="2026-04-02T08:52:38.602" v="593" actId="20577"/>
        <pc:sldMkLst>
          <pc:docMk/>
          <pc:sldMk cId="0" sldId="257"/>
        </pc:sldMkLst>
        <pc:spChg chg="mod">
          <ac:chgData name="김원제" userId="S::wonjkim@gmarket.com::9eea47b9-4c07-477a-8725-684f98bb9950" providerId="AD" clId="Web-{856D15F2-4401-2E88-5018-8C1A8BAE76D9}" dt="2026-04-02T08:34:15.787" v="388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김원제" userId="S::wonjkim@gmarket.com::9eea47b9-4c07-477a-8725-684f98bb9950" providerId="AD" clId="Web-{856D15F2-4401-2E88-5018-8C1A8BAE76D9}" dt="2026-04-02T08:52:38.602" v="593" actId="20577"/>
          <ac:spMkLst>
            <pc:docMk/>
            <pc:sldMk cId="0" sldId="257"/>
            <ac:spMk id="12" creationId="{00000000-0000-0000-0000-000000000000}"/>
          </ac:spMkLst>
        </pc:spChg>
        <pc:spChg chg="mod">
          <ac:chgData name="김원제" userId="S::wonjkim@gmarket.com::9eea47b9-4c07-477a-8725-684f98bb9950" providerId="AD" clId="Web-{856D15F2-4401-2E88-5018-8C1A8BAE76D9}" dt="2026-04-02T08:38:53.903" v="563" actId="20577"/>
          <ac:spMkLst>
            <pc:docMk/>
            <pc:sldMk cId="0" sldId="257"/>
            <ac:spMk id="16" creationId="{00000000-0000-0000-0000-000000000000}"/>
          </ac:spMkLst>
        </pc:spChg>
        <pc:spChg chg="mod">
          <ac:chgData name="김원제" userId="S::wonjkim@gmarket.com::9eea47b9-4c07-477a-8725-684f98bb9950" providerId="AD" clId="Web-{856D15F2-4401-2E88-5018-8C1A8BAE76D9}" dt="2026-04-02T08:21:44.984" v="172" actId="20577"/>
          <ac:spMkLst>
            <pc:docMk/>
            <pc:sldMk cId="0" sldId="257"/>
            <ac:spMk id="18" creationId="{00000000-0000-0000-0000-000000000000}"/>
          </ac:spMkLst>
        </pc:spChg>
        <pc:spChg chg="add mod">
          <ac:chgData name="김원제" userId="S::wonjkim@gmarket.com::9eea47b9-4c07-477a-8725-684f98bb9950" providerId="AD" clId="Web-{856D15F2-4401-2E88-5018-8C1A8BAE76D9}" dt="2026-04-02T08:19:00.448" v="76" actId="1076"/>
          <ac:spMkLst>
            <pc:docMk/>
            <pc:sldMk cId="0" sldId="257"/>
            <ac:spMk id="19" creationId="{778A9A9D-C66E-6175-0712-1412D3A022BC}"/>
          </ac:spMkLst>
        </pc:spChg>
        <pc:spChg chg="add del mod">
          <ac:chgData name="김원제" userId="S::wonjkim@gmarket.com::9eea47b9-4c07-477a-8725-684f98bb9950" providerId="AD" clId="Web-{856D15F2-4401-2E88-5018-8C1A8BAE76D9}" dt="2026-04-02T08:21:06.108" v="127"/>
          <ac:spMkLst>
            <pc:docMk/>
            <pc:sldMk cId="0" sldId="257"/>
            <ac:spMk id="30" creationId="{4F6E6B54-43C5-82E1-B1BB-2F44E1EAD0CA}"/>
          </ac:spMkLst>
        </pc:spChg>
        <pc:spChg chg="add mod">
          <ac:chgData name="김원제" userId="S::wonjkim@gmarket.com::9eea47b9-4c07-477a-8725-684f98bb9950" providerId="AD" clId="Web-{856D15F2-4401-2E88-5018-8C1A8BAE76D9}" dt="2026-04-02T08:31:26.953" v="380" actId="1076"/>
          <ac:spMkLst>
            <pc:docMk/>
            <pc:sldMk cId="0" sldId="257"/>
            <ac:spMk id="36" creationId="{6DE84EAA-9FC8-8DA8-681F-12D3D820F683}"/>
          </ac:spMkLst>
        </pc:spChg>
        <pc:inkChg chg="add del">
          <ac:chgData name="김원제" userId="S::wonjkim@gmarket.com::9eea47b9-4c07-477a-8725-684f98bb9950" providerId="AD" clId="Web-{856D15F2-4401-2E88-5018-8C1A8BAE76D9}" dt="2026-04-02T08:19:07.683" v="78"/>
          <ac:inkMkLst>
            <pc:docMk/>
            <pc:sldMk cId="0" sldId="257"/>
            <ac:inkMk id="20" creationId="{8B4A18B8-0BED-2CB1-5147-3F1EE9585E0A}"/>
          </ac:inkMkLst>
        </pc:inkChg>
        <pc:inkChg chg="add">
          <ac:chgData name="김원제" userId="S::wonjkim@gmarket.com::9eea47b9-4c07-477a-8725-684f98bb9950" providerId="AD" clId="Web-{856D15F2-4401-2E88-5018-8C1A8BAE76D9}" dt="2026-04-02T08:19:14.793" v="79"/>
          <ac:inkMkLst>
            <pc:docMk/>
            <pc:sldMk cId="0" sldId="257"/>
            <ac:inkMk id="21" creationId="{384A9F55-E05C-AF4F-FEAD-D9673FBFCD4B}"/>
          </ac:inkMkLst>
        </pc:inkChg>
        <pc:inkChg chg="add">
          <ac:chgData name="김원제" userId="S::wonjkim@gmarket.com::9eea47b9-4c07-477a-8725-684f98bb9950" providerId="AD" clId="Web-{856D15F2-4401-2E88-5018-8C1A8BAE76D9}" dt="2026-04-02T08:19:18.449" v="80"/>
          <ac:inkMkLst>
            <pc:docMk/>
            <pc:sldMk cId="0" sldId="257"/>
            <ac:inkMk id="22" creationId="{08537712-91B2-8C3E-CD02-F3D6711840E7}"/>
          </ac:inkMkLst>
        </pc:inkChg>
        <pc:inkChg chg="add del">
          <ac:chgData name="김원제" userId="S::wonjkim@gmarket.com::9eea47b9-4c07-477a-8725-684f98bb9950" providerId="AD" clId="Web-{856D15F2-4401-2E88-5018-8C1A8BAE76D9}" dt="2026-04-02T08:19:21.793" v="82"/>
          <ac:inkMkLst>
            <pc:docMk/>
            <pc:sldMk cId="0" sldId="257"/>
            <ac:inkMk id="23" creationId="{2965AE99-CB90-4FAC-C336-C8E6207D0403}"/>
          </ac:inkMkLst>
        </pc:inkChg>
        <pc:inkChg chg="add">
          <ac:chgData name="김원제" userId="S::wonjkim@gmarket.com::9eea47b9-4c07-477a-8725-684f98bb9950" providerId="AD" clId="Web-{856D15F2-4401-2E88-5018-8C1A8BAE76D9}" dt="2026-04-02T08:19:25.012" v="83"/>
          <ac:inkMkLst>
            <pc:docMk/>
            <pc:sldMk cId="0" sldId="257"/>
            <ac:inkMk id="24" creationId="{8AF46A47-9AAE-F64F-30FD-CE3CD897C016}"/>
          </ac:inkMkLst>
        </pc:inkChg>
        <pc:inkChg chg="add del">
          <ac:chgData name="김원제" userId="S::wonjkim@gmarket.com::9eea47b9-4c07-477a-8725-684f98bb9950" providerId="AD" clId="Web-{856D15F2-4401-2E88-5018-8C1A8BAE76D9}" dt="2026-04-02T08:19:30.324" v="87"/>
          <ac:inkMkLst>
            <pc:docMk/>
            <pc:sldMk cId="0" sldId="257"/>
            <ac:inkMk id="25" creationId="{0AA5F24E-A390-7D19-BD90-9F57F5B2BC65}"/>
          </ac:inkMkLst>
        </pc:inkChg>
        <pc:inkChg chg="add del">
          <ac:chgData name="김원제" userId="S::wonjkim@gmarket.com::9eea47b9-4c07-477a-8725-684f98bb9950" providerId="AD" clId="Web-{856D15F2-4401-2E88-5018-8C1A8BAE76D9}" dt="2026-04-02T08:19:28.840" v="86"/>
          <ac:inkMkLst>
            <pc:docMk/>
            <pc:sldMk cId="0" sldId="257"/>
            <ac:inkMk id="26" creationId="{729DA272-EE54-4616-E2E8-F0CFFEA73E79}"/>
          </ac:inkMkLst>
        </pc:inkChg>
        <pc:inkChg chg="add">
          <ac:chgData name="김원제" userId="S::wonjkim@gmarket.com::9eea47b9-4c07-477a-8725-684f98bb9950" providerId="AD" clId="Web-{856D15F2-4401-2E88-5018-8C1A8BAE76D9}" dt="2026-04-02T08:19:32.387" v="88"/>
          <ac:inkMkLst>
            <pc:docMk/>
            <pc:sldMk cId="0" sldId="257"/>
            <ac:inkMk id="27" creationId="{C89ACB1D-5CFF-00FA-C9F9-78295037CE6A}"/>
          </ac:inkMkLst>
        </pc:inkChg>
        <pc:inkChg chg="add">
          <ac:chgData name="김원제" userId="S::wonjkim@gmarket.com::9eea47b9-4c07-477a-8725-684f98bb9950" providerId="AD" clId="Web-{856D15F2-4401-2E88-5018-8C1A8BAE76D9}" dt="2026-04-02T08:19:34.356" v="89"/>
          <ac:inkMkLst>
            <pc:docMk/>
            <pc:sldMk cId="0" sldId="257"/>
            <ac:inkMk id="28" creationId="{A287635D-8F1A-D1A1-23AA-6551CB591102}"/>
          </ac:inkMkLst>
        </pc:inkChg>
        <pc:inkChg chg="add del">
          <ac:chgData name="김원제" userId="S::wonjkim@gmarket.com::9eea47b9-4c07-477a-8725-684f98bb9950" providerId="AD" clId="Web-{856D15F2-4401-2E88-5018-8C1A8BAE76D9}" dt="2026-04-02T08:21:22.280" v="145"/>
          <ac:inkMkLst>
            <pc:docMk/>
            <pc:sldMk cId="0" sldId="257"/>
            <ac:inkMk id="29" creationId="{FA145BC9-AC3B-056B-8966-F23A1BBFB64F}"/>
          </ac:inkMkLst>
        </pc:inkChg>
        <pc:inkChg chg="add">
          <ac:chgData name="김원제" userId="S::wonjkim@gmarket.com::9eea47b9-4c07-477a-8725-684f98bb9950" providerId="AD" clId="Web-{856D15F2-4401-2E88-5018-8C1A8BAE76D9}" dt="2026-04-02T08:21:53.093" v="173"/>
          <ac:inkMkLst>
            <pc:docMk/>
            <pc:sldMk cId="0" sldId="257"/>
            <ac:inkMk id="31" creationId="{B7F0683E-CA68-1A23-BA8C-2968FC2B2490}"/>
          </ac:inkMkLst>
        </pc:inkChg>
        <pc:inkChg chg="add del">
          <ac:chgData name="김원제" userId="S::wonjkim@gmarket.com::9eea47b9-4c07-477a-8725-684f98bb9950" providerId="AD" clId="Web-{856D15F2-4401-2E88-5018-8C1A8BAE76D9}" dt="2026-04-02T08:22:10.361" v="180"/>
          <ac:inkMkLst>
            <pc:docMk/>
            <pc:sldMk cId="0" sldId="257"/>
            <ac:inkMk id="32" creationId="{2FF2D76D-E9BC-3B82-D2A8-3906A1981F78}"/>
          </ac:inkMkLst>
        </pc:inkChg>
        <pc:inkChg chg="add del">
          <ac:chgData name="김원제" userId="S::wonjkim@gmarket.com::9eea47b9-4c07-477a-8725-684f98bb9950" providerId="AD" clId="Web-{856D15F2-4401-2E88-5018-8C1A8BAE76D9}" dt="2026-04-02T08:22:14.549" v="181"/>
          <ac:inkMkLst>
            <pc:docMk/>
            <pc:sldMk cId="0" sldId="257"/>
            <ac:inkMk id="33" creationId="{BB15EE6B-AF6B-A481-9C7A-0AA7960B5494}"/>
          </ac:inkMkLst>
        </pc:inkChg>
        <pc:inkChg chg="add del">
          <ac:chgData name="김원제" userId="S::wonjkim@gmarket.com::9eea47b9-4c07-477a-8725-684f98bb9950" providerId="AD" clId="Web-{856D15F2-4401-2E88-5018-8C1A8BAE76D9}" dt="2026-04-02T08:22:10.361" v="179"/>
          <ac:inkMkLst>
            <pc:docMk/>
            <pc:sldMk cId="0" sldId="257"/>
            <ac:inkMk id="34" creationId="{C8EAEF01-7C8D-FD46-DB11-29BDAD307DD7}"/>
          </ac:inkMkLst>
        </pc:inkChg>
        <pc:inkChg chg="add del">
          <ac:chgData name="김원제" userId="S::wonjkim@gmarket.com::9eea47b9-4c07-477a-8725-684f98bb9950" providerId="AD" clId="Web-{856D15F2-4401-2E88-5018-8C1A8BAE76D9}" dt="2026-04-02T08:22:03.281" v="178"/>
          <ac:inkMkLst>
            <pc:docMk/>
            <pc:sldMk cId="0" sldId="257"/>
            <ac:inkMk id="35" creationId="{4452AB46-B22F-ADCE-D9AE-DAD3E39C4EE6}"/>
          </ac:inkMkLst>
        </pc:inkChg>
      </pc:sldChg>
      <pc:sldChg chg="addSp modSp">
        <pc:chgData name="김원제" userId="S::wonjkim@gmarket.com::9eea47b9-4c07-477a-8725-684f98bb9950" providerId="AD" clId="Web-{856D15F2-4401-2E88-5018-8C1A8BAE76D9}" dt="2026-04-02T08:53:31.792" v="649" actId="20577"/>
        <pc:sldMkLst>
          <pc:docMk/>
          <pc:sldMk cId="0" sldId="258"/>
        </pc:sldMkLst>
        <pc:spChg chg="mod">
          <ac:chgData name="김원제" userId="S::wonjkim@gmarket.com::9eea47b9-4c07-477a-8725-684f98bb9950" providerId="AD" clId="Web-{856D15F2-4401-2E88-5018-8C1A8BAE76D9}" dt="2026-04-02T08:38:12.605" v="537" actId="20577"/>
          <ac:spMkLst>
            <pc:docMk/>
            <pc:sldMk cId="0" sldId="258"/>
            <ac:spMk id="9" creationId="{00000000-0000-0000-0000-000000000000}"/>
          </ac:spMkLst>
        </pc:spChg>
        <pc:spChg chg="mod">
          <ac:chgData name="김원제" userId="S::wonjkim@gmarket.com::9eea47b9-4c07-477a-8725-684f98bb9950" providerId="AD" clId="Web-{856D15F2-4401-2E88-5018-8C1A8BAE76D9}" dt="2026-04-02T08:53:31.792" v="649" actId="20577"/>
          <ac:spMkLst>
            <pc:docMk/>
            <pc:sldMk cId="0" sldId="258"/>
            <ac:spMk id="14" creationId="{00000000-0000-0000-0000-000000000000}"/>
          </ac:spMkLst>
        </pc:spChg>
        <pc:spChg chg="mod">
          <ac:chgData name="김원제" userId="S::wonjkim@gmarket.com::9eea47b9-4c07-477a-8725-684f98bb9950" providerId="AD" clId="Web-{856D15F2-4401-2E88-5018-8C1A8BAE76D9}" dt="2026-04-02T08:52:55.806" v="599" actId="20577"/>
          <ac:spMkLst>
            <pc:docMk/>
            <pc:sldMk cId="0" sldId="258"/>
            <ac:spMk id="19" creationId="{00000000-0000-0000-0000-000000000000}"/>
          </ac:spMkLst>
        </pc:spChg>
        <pc:spChg chg="mod">
          <ac:chgData name="김원제" userId="S::wonjkim@gmarket.com::9eea47b9-4c07-477a-8725-684f98bb9950" providerId="AD" clId="Web-{856D15F2-4401-2E88-5018-8C1A8BAE76D9}" dt="2026-04-02T08:50:12.003" v="566"/>
          <ac:spMkLst>
            <pc:docMk/>
            <pc:sldMk cId="0" sldId="258"/>
            <ac:spMk id="34" creationId="{00000000-0000-0000-0000-000000000000}"/>
          </ac:spMkLst>
        </pc:spChg>
        <pc:spChg chg="add mod">
          <ac:chgData name="김원제" userId="S::wonjkim@gmarket.com::9eea47b9-4c07-477a-8725-684f98bb9950" providerId="AD" clId="Web-{856D15F2-4401-2E88-5018-8C1A8BAE76D9}" dt="2026-04-02T08:38:33.559" v="548" actId="20577"/>
          <ac:spMkLst>
            <pc:docMk/>
            <pc:sldMk cId="0" sldId="258"/>
            <ac:spMk id="36" creationId="{4669CEB8-1C62-9C85-08AD-95CCFDD141A0}"/>
          </ac:spMkLst>
        </pc:spChg>
      </pc:sldChg>
      <pc:sldChg chg="addSp modSp">
        <pc:chgData name="김원제" userId="S::wonjkim@gmarket.com::9eea47b9-4c07-477a-8725-684f98bb9950" providerId="AD" clId="Web-{856D15F2-4401-2E88-5018-8C1A8BAE76D9}" dt="2026-04-02T09:12:21.044" v="1122" actId="20577"/>
        <pc:sldMkLst>
          <pc:docMk/>
          <pc:sldMk cId="0" sldId="260"/>
        </pc:sldMkLst>
        <pc:spChg chg="mod">
          <ac:chgData name="김원제" userId="S::wonjkim@gmarket.com::9eea47b9-4c07-477a-8725-684f98bb9950" providerId="AD" clId="Web-{856D15F2-4401-2E88-5018-8C1A8BAE76D9}" dt="2026-04-02T09:04:00.413" v="819" actId="20577"/>
          <ac:spMkLst>
            <pc:docMk/>
            <pc:sldMk cId="0" sldId="260"/>
            <ac:spMk id="8" creationId="{00000000-0000-0000-0000-000000000000}"/>
          </ac:spMkLst>
        </pc:spChg>
        <pc:spChg chg="mod">
          <ac:chgData name="김원제" userId="S::wonjkim@gmarket.com::9eea47b9-4c07-477a-8725-684f98bb9950" providerId="AD" clId="Web-{856D15F2-4401-2E88-5018-8C1A8BAE76D9}" dt="2026-04-02T09:02:25.892" v="697" actId="20577"/>
          <ac:spMkLst>
            <pc:docMk/>
            <pc:sldMk cId="0" sldId="260"/>
            <ac:spMk id="10" creationId="{00000000-0000-0000-0000-000000000000}"/>
          </ac:spMkLst>
        </pc:spChg>
        <pc:spChg chg="mod">
          <ac:chgData name="김원제" userId="S::wonjkim@gmarket.com::9eea47b9-4c07-477a-8725-684f98bb9950" providerId="AD" clId="Web-{856D15F2-4401-2E88-5018-8C1A8BAE76D9}" dt="2026-04-02T09:04:17.805" v="829" actId="20577"/>
          <ac:spMkLst>
            <pc:docMk/>
            <pc:sldMk cId="0" sldId="260"/>
            <ac:spMk id="11" creationId="{00000000-0000-0000-0000-000000000000}"/>
          </ac:spMkLst>
        </pc:spChg>
        <pc:spChg chg="mod">
          <ac:chgData name="김원제" userId="S::wonjkim@gmarket.com::9eea47b9-4c07-477a-8725-684f98bb9950" providerId="AD" clId="Web-{856D15F2-4401-2E88-5018-8C1A8BAE76D9}" dt="2026-04-02T09:04:31.634" v="846" actId="20577"/>
          <ac:spMkLst>
            <pc:docMk/>
            <pc:sldMk cId="0" sldId="260"/>
            <ac:spMk id="14" creationId="{00000000-0000-0000-0000-000000000000}"/>
          </ac:spMkLst>
        </pc:spChg>
        <pc:spChg chg="mod">
          <ac:chgData name="김원제" userId="S::wonjkim@gmarket.com::9eea47b9-4c07-477a-8725-684f98bb9950" providerId="AD" clId="Web-{856D15F2-4401-2E88-5018-8C1A8BAE76D9}" dt="2026-04-02T09:05:29.933" v="903" actId="20577"/>
          <ac:spMkLst>
            <pc:docMk/>
            <pc:sldMk cId="0" sldId="260"/>
            <ac:spMk id="17" creationId="{00000000-0000-0000-0000-000000000000}"/>
          </ac:spMkLst>
        </pc:spChg>
        <pc:spChg chg="mod">
          <ac:chgData name="김원제" userId="S::wonjkim@gmarket.com::9eea47b9-4c07-477a-8725-684f98bb9950" providerId="AD" clId="Web-{856D15F2-4401-2E88-5018-8C1A8BAE76D9}" dt="2026-04-02T09:06:07.122" v="911" actId="20577"/>
          <ac:spMkLst>
            <pc:docMk/>
            <pc:sldMk cId="0" sldId="260"/>
            <ac:spMk id="19" creationId="{00000000-0000-0000-0000-000000000000}"/>
          </ac:spMkLst>
        </pc:spChg>
        <pc:spChg chg="mod">
          <ac:chgData name="김원제" userId="S::wonjkim@gmarket.com::9eea47b9-4c07-477a-8725-684f98bb9950" providerId="AD" clId="Web-{856D15F2-4401-2E88-5018-8C1A8BAE76D9}" dt="2026-04-02T09:09:13.144" v="995" actId="20577"/>
          <ac:spMkLst>
            <pc:docMk/>
            <pc:sldMk cId="0" sldId="260"/>
            <ac:spMk id="20" creationId="{00000000-0000-0000-0000-000000000000}"/>
          </ac:spMkLst>
        </pc:spChg>
        <pc:spChg chg="mod">
          <ac:chgData name="김원제" userId="S::wonjkim@gmarket.com::9eea47b9-4c07-477a-8725-684f98bb9950" providerId="AD" clId="Web-{856D15F2-4401-2E88-5018-8C1A8BAE76D9}" dt="2026-04-02T09:06:47.483" v="967" actId="20577"/>
          <ac:spMkLst>
            <pc:docMk/>
            <pc:sldMk cId="0" sldId="260"/>
            <ac:spMk id="23" creationId="{00000000-0000-0000-0000-000000000000}"/>
          </ac:spMkLst>
        </pc:spChg>
        <pc:spChg chg="mod">
          <ac:chgData name="김원제" userId="S::wonjkim@gmarket.com::9eea47b9-4c07-477a-8725-684f98bb9950" providerId="AD" clId="Web-{856D15F2-4401-2E88-5018-8C1A8BAE76D9}" dt="2026-04-02T08:52:03.381" v="567" actId="20577"/>
          <ac:spMkLst>
            <pc:docMk/>
            <pc:sldMk cId="0" sldId="260"/>
            <ac:spMk id="32" creationId="{00000000-0000-0000-0000-000000000000}"/>
          </ac:spMkLst>
        </pc:spChg>
        <pc:spChg chg="add mod">
          <ac:chgData name="김원제" userId="S::wonjkim@gmarket.com::9eea47b9-4c07-477a-8725-684f98bb9950" providerId="AD" clId="Web-{856D15F2-4401-2E88-5018-8C1A8BAE76D9}" dt="2026-04-02T09:02:03.406" v="671" actId="1076"/>
          <ac:spMkLst>
            <pc:docMk/>
            <pc:sldMk cId="0" sldId="260"/>
            <ac:spMk id="34" creationId="{5117BE15-2B43-FDC7-2CB3-9AD99676A78D}"/>
          </ac:spMkLst>
        </pc:spChg>
        <pc:spChg chg="add mod">
          <ac:chgData name="김원제" userId="S::wonjkim@gmarket.com::9eea47b9-4c07-477a-8725-684f98bb9950" providerId="AD" clId="Web-{856D15F2-4401-2E88-5018-8C1A8BAE76D9}" dt="2026-04-02T09:12:21.044" v="1122" actId="20577"/>
          <ac:spMkLst>
            <pc:docMk/>
            <pc:sldMk cId="0" sldId="260"/>
            <ac:spMk id="36" creationId="{AB6C6BC2-89B8-14B3-929A-95A3C9A0CA6F}"/>
          </ac:spMkLst>
        </pc:spChg>
        <pc:grpChg chg="add">
          <ac:chgData name="김원제" userId="S::wonjkim@gmarket.com::9eea47b9-4c07-477a-8725-684f98bb9950" providerId="AD" clId="Web-{856D15F2-4401-2E88-5018-8C1A8BAE76D9}" dt="2026-04-02T08:48:49.797" v="564"/>
          <ac:grpSpMkLst>
            <pc:docMk/>
            <pc:sldMk cId="0" sldId="260"/>
            <ac:grpSpMk id="33" creationId="{3E76B239-4BBA-6EFC-39AF-47B3AD83C7AB}"/>
          </ac:grpSpMkLst>
        </pc:grpChg>
        <pc:picChg chg="add mod">
          <ac:chgData name="김원제" userId="S::wonjkim@gmarket.com::9eea47b9-4c07-477a-8725-684f98bb9950" providerId="AD" clId="Web-{856D15F2-4401-2E88-5018-8C1A8BAE76D9}" dt="2026-04-02T09:10:26.851" v="1042" actId="1076"/>
          <ac:picMkLst>
            <pc:docMk/>
            <pc:sldMk cId="0" sldId="260"/>
            <ac:picMk id="35" creationId="{F0F461B0-8BE7-4480-4BA2-E8D2B1210DBC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8:19:15.379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21573 2148 16383 0 0,'0'-3'0'0'0,"-3"-2"0"0"0,-5-2 0 0 0,-4-2 0 0 0,-8 3 0 0 0,-2 1 0 0 0,-3 1 0 0 0,-2 2 0 0 0,-5 2 0 0 0,-6-1 0 0 0,-7 2 0 0 0,-10-1 0 0 0,-13 0 0 0 0,-4 1 0 0 0,-1-1 0 0 0,-1 0 0 0 0,4 0 0 0 0,5 0 0 0 0,6 0 0 0 0,6 0 0 0 0,10 0 0 0 0,0 0 0 0 0,5 0 0 0 0,3 0 0 0 0,-1 0 0 0 0,3 0 0 0 0,0 0 0 0 0,3 0 0 0 0,-2 0 0 0 0,3 3 0 0 0,-2 2 0 0 0,2 3 0 0 0,-5 0 0 0 0,-3 2 0 0 0,1 0 0 0 0,0 1 0 0 0,2-1 0 0 0,8 1 0 0 0,1-2 0 0 0,1 2 0 0 0,-2-1 0 0 0,0 1 0 0 0,-2-2 0 0 0,3 2 0 0 0,3-2 0 0 0,-2-2 0 0 0,0-2 0 0 0,-3 1 0 0 0,0 0 0 0 0,0 3 0 0 0,-1 2 0 0 0,1 0 0 0 0,1 1 0 0 0,1-1 0 0 0,6 1 0 0 0,2 2 0 0 0,1-2 0 0 0,3 1 0 0 0,0-2 0 0 0,-1-3 0 0 0,-1 1 0 0 0,-3 2 0 0 0,0 2 0 0 0,-1 3 0 0 0,2 2 0 0 0,2 2 0 0 0,2 0 0 0 0,1 0 0 0 0,-2 1 0 0 0,2 0 0 0 0,3 2 0 0 0,0 2 0 0 0,1 0 0 0 0,-2 2 0 0 0,2 4 0 0 0,-2-1 0 0 0,1 2 0 0 0,2-1 0 0 0,2 1 0 0 0,2 2 0 0 0,2 2 0 0 0,0-2 0 0 0,1 0 0 0 0,1-2 0 0 0,-1 0 0 0 0,0-1 0 0 0,1-4 0 0 0,-1-2 0 0 0,0-2 0 0 0,0 2 0 0 0,0 0 0 0 0,0 2 0 0 0,0 4 0 0 0,0 0 0 0 0,0 2 0 0 0,3-2 0 0 0,2 1 0 0 0,3 1 0 0 0,3 3 0 0 0,4-2 0 0 0,-1-3 0 0 0,0-3 0 0 0,2 0 0 0 0,1-1 0 0 0,2 1 0 0 0,-3 0 0 0 0,-1-2 0 0 0,1-5 0 0 0,0-2 0 0 0,2-2 0 0 0,1 0 0 0 0,1-3 0 0 0,-1 0 0 0 0,2-3 0 0 0,-1 0 0 0 0,4-1 0 0 0,0 0 0 0 0,4-1 0 0 0,4 2 0 0 0,3-2 0 0 0,2-2 0 0 0,-1-2 0 0 0,0-2 0 0 0,-3-2 0 0 0,-4-1 0 0 0,-3 0 0 0 0,1 0 0 0 0,-1-1 0 0 0,-1 1 0 0 0,2 0 0 0 0,-1-1 0 0 0,-1-2 0 0 0,-1-2 0 0 0,2-2 0 0 0,0-5 0 0 0,-1-3 0 0 0,2 1 0 0 0,-4 0 0 0 0,-1 1 0 0 0,-3 4 0 0 0,1 0 0 0 0,-1-3 0 0 0,0-1 0 0 0,0-4 0 0 0,-3 0 0 0 0,-1 1 0 0 0,1 4 0 0 0,1 0 0 0 0,0-1 0 0 0,2-1 0 0 0,4-3 0 0 0,1 3 0 0 0,0-1 0 0 0,0 3 0 0 0,2 0 0 0 0,1 2 0 0 0,2-1 0 0 0,-1 1 0 0 0,-1 0 0 0 0,2 1 0 0 0,-2 2 0 0 0,3 2 0 0 0,-1 2 0 0 0,-2 2 0 0 0,-3 1 0 0 0,3 0 0 0 0,2 0 0 0 0,4 1 0 0 0,0-1 0 0 0,0 0 0 0 0,2 0 0 0 0,-1 1 0 0 0,-4-1 0 0 0,-3 0 0 0 0,-3 0 0 0 0,-2 0 0 0 0,-1 0 0 0 0,-1 0 0 0 0,3 0 0 0 0,1 0 0 0 0,0 0 0 0 0,2 3 0 0 0,1 5 0 0 0,2 4 0 0 0,0 4 0 0 0,-2-1 0 0 0,2 0 0 0 0,-1 1 0 0 0,-2 2 0 0 0,-2-3 0 0 0,-1-4 0 0 0,-2 0 0 0 0,0-2 0 0 0,-1 1 0 0 0,0 2 0 0 0,-1 2 0 0 0,1 3 0 0 0,3 1 0 0 0,2 2 0 0 0,2 0 0 0 0,2-3 0 0 0,-3-4 0 0 0,3-2 0 0 0,6 2 0 0 0,4 1 0 0 0,-5 2 0 0 0,2-1 0 0 0,-1-1 0 0 0,0-2 0 0 0,0-3 0 0 0,-1-3 0 0 0,-4-3 0 0 0,-3-2 0 0 0,-3-1 0 0 0,-2 0 0 0 0,2-1 0 0 0,0 1 0 0 0,0-1 0 0 0,-1 1 0 0 0,-1 0 0 0 0,-1-1 0 0 0,3 1 0 0 0,1-3 0 0 0,-1-2 0 0 0,3-6 0 0 0,-4-5 0 0 0,2-6 0 0 0,0-7 0 0 0,-2-5 0 0 0,0-3 0 0 0,-1-3 0 0 0,2-1 0 0 0,1 0 0 0 0,-4-8 0 0 0,-2-1 0 0 0,-5 0 0 0 0,0 3 0 0 0,-4 1 0 0 0,-2 6 0 0 0,-4 3 0 0 0,-2 4 0 0 0,-1 1 0 0 0,-1-1 0 0 0,0-2 0 0 0,-1 2 0 0 0,0-1 0 0 0,1 3 0 0 0,0 3 0 0 0,-1-1 0 0 0,1-2 0 0 0,0 0 0 0 0,0 0 0 0 0,0-3 0 0 0,0 2 0 0 0,-3 2 0 0 0,-2 3 0 0 0,1 0 0 0 0,1 0 0 0 0,-3-2 0 0 0,0 1 0 0 0,-3 2 0 0 0,-3 1 0 0 0,-3 3 0 0 0,-2 0 0 0 0,2 1 0 0 0,-1 1 0 0 0,0 1 0 0 0,2-1 0 0 0,1 0 0 0 0,-2 0 0 0 0,-1 4 0 0 0,-2 0 0 0 0,0 1 0 0 0,-2-2 0 0 0,0-1 0 0 0,-3 0 0 0 0,-2-1 0 0 0,0-1 0 0 0,1 3 0 0 0,-2 1 0 0 0,3 0 0 0 0,2 0 0 0 0,-2 1 0 0 0,0 5 0 0 0,-4 3 0 0 0,0-1 0 0 0,0-2 0 0 0,3 1 0 0 0,1 2 0 0 0,-3-2 0 0 0,1 1 0 0 0,0-1 0 0 0,-2 0 0 0 0,1-1 0 0 0,0 0 0 0 0,2 3 0 0 0,-2 2 0 0 0,0 2 0 0 0,-3 2 0 0 0,-2 0 0 0 0,-1 1 0 0 0,3 1 0 0 0,-1-1 0 0 0,1 0 0 0 0,3 1 0 0 0,-2-1 0 0 0,1 0 0 0 0,-2 0 0 0 0,0 0 0 0 0,2 0 0 0 0,3 0 0 0 0,1 0 0 0 0,1 0 0 0 0,1 0 0 0 0,1 0 0 0 0,1 0 0 0 0,-1 0 0 0 0,4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8:19:19.090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20639 3695 16383 0 0,'-7'0'0'0'0,"-6"3"0"0"0,-3 2 0 0 0,0 3 0 0 0,0 0 0 0 0,-1-1 0 0 0,-1-2 0 0 0,-1-2 0 0 0,-1-1 0 0 0,1-1 0 0 0,-2-1 0 0 0,1 0 0 0 0,0-1 0 0 0,0 1 0 0 0,-1-4 0 0 0,1-1 0 0 0,3-2 0 0 0,2-2 0 0 0,3-1 0 0 0,-1 1 0 0 0,4-2 0 0 0,-2 1 0 0 0,-1 2 0 0 0,0-1 0 0 0,0 2 0 0 0,-2 1 0 0 0,2-2 0 0 0,-2 2 0 0 0,0 0 0 0 0,-2 2 0 0 0,1-2 0 0 0,1 1 0 0 0,-1 0 0 0 0,-2 1 0 0 0,-1-1 0 0 0,-1-1 0 0 0,0 1 0 0 0,-1 2 0 0 0,0 0 0 0 0,-1 2 0 0 0,1 0 0 0 0,0 1 0 0 0,-1 0 0 0 0,5-3 0 0 0,0-1 0 0 0,0 0 0 0 0,0 1 0 0 0,-2 0 0 0 0,-1 2 0 0 0,0 0 0 0 0,-1 1 0 0 0,-3 0 0 0 0,-2 0 0 0 0,0 0 0 0 0,-2 0 0 0 0,0 0 0 0 0,-3 0 0 0 0,-2 0 0 0 0,0 0 0 0 0,-1 4 0 0 0,2 0 0 0 0,2 4 0 0 0,4 0 0 0 0,5 2 0 0 0,3 0 0 0 0,4 1 0 0 0,1-1 0 0 0,-1-2 0 0 0,2 0 0 0 0,-1 0 0 0 0,2 1 0 0 0,3 3 0 0 0,2 3 0 0 0,2 2 0 0 0,2 5 0 0 0,0 5 0 0 0,1 2 0 0 0,4 3 0 0 0,1-1 0 0 0,4-2 0 0 0,2-2 0 0 0,1-3 0 0 0,1 1 0 0 0,5 1 0 0 0,7 1 0 0 0,9 1 0 0 0,5-1 0 0 0,7 4 0 0 0,2 1 0 0 0,7-1 0 0 0,4-4 0 0 0,2-2 0 0 0,2-2 0 0 0,6-1 0 0 0,2-2 0 0 0,6 0 0 0 0,1 0 0 0 0,3 3 0 0 0,2 1 0 0 0,4 0 0 0 0,-3-1 0 0 0,-1-4 0 0 0,-9-5 0 0 0,-6-2 0 0 0,-8-3 0 0 0,-4-3 0 0 0,-5-2 0 0 0,0 1 0 0 0,0 0 0 0 0,7-1 0 0 0,-5-1 0 0 0,4-1 0 0 0,-2-1 0 0 0,0 0 0 0 0,-2-1 0 0 0,-4 0 0 0 0,1-1 0 0 0,1-2 0 0 0,3-2 0 0 0,3-3 0 0 0,-6 0 0 0 0,3 1 0 0 0,-2-1 0 0 0,-2 0 0 0 0,-3-2 0 0 0,-3 1 0 0 0,2-1 0 0 0,3 1 0 0 0,0 1 0 0 0,-1 0 0 0 0,-3 0 0 0 0,-1 2 0 0 0,1-1 0 0 0,1 0 0 0 0,-1 2 0 0 0,2-3 0 0 0,-1 1 0 0 0,0-2 0 0 0,-5 1 0 0 0,-6 1 0 0 0,-3-1 0 0 0,-2-3 0 0 0,0-3 0 0 0,1 1 0 0 0,-3-1 0 0 0,-5-1 0 0 0,-1-2 0 0 0,1-1 0 0 0,1-4 0 0 0,0-6 0 0 0,-2-1 0 0 0,0-3 0 0 0,-4-2 0 0 0,-6 1 0 0 0,0 2 0 0 0,-3 0 0 0 0,-3 2 0 0 0,-3 3 0 0 0,-1 1 0 0 0,-1 3 0 0 0,-2 1 0 0 0,1 0 0 0 0,-1 1 0 0 0,1 1 0 0 0,0-1 0 0 0,-4 4 0 0 0,-1 1 0 0 0,-3 2 0 0 0,-3 5 0 0 0,-4 3 0 0 0,-2 2 0 0 0,-2 2 0 0 0,-1 1 0 0 0,-1 0 0 0 0,0 1 0 0 0,0 0 0 0 0,1-1 0 0 0,-1 1 0 0 0,1-1 0 0 0,0 0 0 0 0,0 0 0 0 0,-1 0 0 0 0,1 0 0 0 0,0 0 0 0 0,0 0 0 0 0,-3 0 0 0 0,-2 0 0 0 0,-3 0 0 0 0,0 0 0 0 0,-9 0 0 0 0,-2 0 0 0 0,-1 0 0 0 0,3 3 0 0 0,1 2 0 0 0,0-1 0 0 0,-1 3 0 0 0,2 0 0 0 0,1-1 0 0 0,-1 2 0 0 0,2-1 0 0 0,3-1 0 0 0,3 2 0 0 0,0-1 0 0 0,1-1 0 0 0,-2 1 0 0 0,-4 0 0 0 0,-2-1 0 0 0,-3-2 0 0 0,2-2 0 0 0,-3 3 0 0 0,-3 0 0 0 0,3-1 0 0 0,4-1 0 0 0,1 0 0 0 0,3-2 0 0 0,0-1 0 0 0,1 1 0 0 0,2-2 0 0 0,3 1 0 0 0,1 0 0 0 0,2 0 0 0 0,1 0 0 0 0,-4 0 0 0 0,-3 0 0 0 0,-5 0 0 0 0,-4 0 0 0 0,-2 0 0 0 0,2 0 0 0 0,-3 0 0 0 0,-3 0 0 0 0,0 0 0 0 0,0 0 0 0 0,4 0 0 0 0,1 0 0 0 0,1-4 0 0 0,2 0 0 0 0,4-1 0 0 0,4-2 0 0 0,2 0 0 0 0,3 1 0 0 0,1 2 0 0 0,-3 1 0 0 0,-1 2 0 0 0,0 0 0 0 0,1 1 0 0 0,1 0 0 0 0,0 0 0 0 0,5 1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8:19:25.658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21004 3330 16383 0 0,'-4'-4'0'0'0,"-4"0"0"0"0,-4 0 0 0 0,-4 0 0 0 0,-2 2 0 0 0,-2 0 0 0 0,-1 1 0 0 0,0 1 0 0 0,0 0 0 0 0,1 0 0 0 0,-1 4 0 0 0,1 0 0 0 0,-1 4 0 0 0,-2 0 0 0 0,-2-1 0 0 0,1 2 0 0 0,0-1 0 0 0,2-2 0 0 0,3 2 0 0 0,3-1 0 0 0,0-1 0 0 0,-1-2 0 0 0,0-2 0 0 0,-2-1 0 0 0,0 3 0 0 0,0 4 0 0 0,-1 1 0 0 0,3 2 0 0 0,1-1 0 0 0,4 1 0 0 0,0 0 0 0 0,-2-4 0 0 0,3 2 0 0 0,-2 2 0 0 0,-1 0 0 0 0,-1-3 0 0 0,1 1 0 0 0,-1-1 0 0 0,3 2 0 0 0,4 2 0 0 0,2 3 0 0 0,3 2 0 0 0,2 1 0 0 0,1 2 0 0 0,3-3 0 0 0,9-1 0 0 0,9-3 0 0 0,8-4 0 0 0,2-3 0 0 0,-1-3 0 0 0,-2-2 0 0 0,2-1 0 0 0,-2-1 0 0 0,2 0 0 0 0,2 1 0 0 0,-1-1 0 0 0,-2 1 0 0 0,-2 3 0 0 0,-3 1 0 0 0,-2 1 0 0 0,-1 2 0 0 0,-1 0 0 0 0,0-1 0 0 0,3-2 0 0 0,1-1 0 0 0,0-2 0 0 0,-1 0 0 0 0,-1-1 0 0 0,0 0 0 0 0,-4 3 0 0 0,-3 1 0 0 0,1 0 0 0 0,1 0 0 0 0,0-2 0 0 0,1 0 0 0 0,2 2 0 0 0,-1 1 0 0 0,1-1 0 0 0,0-1 0 0 0,1 0 0 0 0,-1-2 0 0 0,0 0 0 0 0,1-1 0 0 0,-1 0 0 0 0,0 0 0 0 0,0-1 0 0 0,0 1 0 0 0,0 0 0 0 0,0 0 0 0 0,0 0 0 0 0,0 0 0 0 0,0 0 0 0 0,1 0 0 0 0,-1 0 0 0 0,0 0 0 0 0,0 0 0 0 0,0 0 0 0 0,0 0 0 0 0,0 0 0 0 0,0-4 0 0 0,0 0 0 0 0,0 0 0 0 0,-3-3 0 0 0,-1 0 0 0 0,-4-3 0 0 0,0-2 0 0 0,1 0 0 0 0,-1 0 0 0 0,0-3 0 0 0,-1-1 0 0 0,0-2 0 0 0,-1-2 0 0 0,-3 1 0 0 0,-2-2 0 0 0,-3 1 0 0 0,0-1 0 0 0,-2 1 0 0 0,0 0 0 0 0,-1-1 0 0 0,-2 5 0 0 0,-2 0 0 0 0,-3 4 0 0 0,-1 0 0 0 0,-1 2 0 0 0,-3-1 0 0 0,-3 2 0 0 0,-1 3 0 0 0,-3 1 0 0 0,1-1 0 0 0,-2 0 0 0 0,0 2 0 0 0,1 0 0 0 0,-1 2 0 0 0,1-2 0 0 0,0-1 0 0 0,-1 1 0 0 0,1 0 0 0 0,0 2 0 0 0,0 1 0 0 0,0 0 0 0 0,0 1 0 0 0,0 0 0 0 0,0 0 0 0 0,0 0 0 0 0,0 1 0 0 0,0-1 0 0 0,-1-4 0 0 0,1 0 0 0 0,0 0 0 0 0,0 0 0 0 0,0 2 0 0 0,0 0 0 0 0,0 1 0 0 0,0 1 0 0 0,0 0 0 0 0,0 0 0 0 0,-1-3 0 0 0,1-1 0 0 0,0-1 0 0 0,0 2 0 0 0,0 1 0 0 0,0 0 0 0 0,3 1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8:19:33.205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20616 2390 16383 0 0,'-3'0'0'0'0,"-5"0"0"0"0,-4 0 0 0 0,-4 0 0 0 0,-2 0 0 0 0,-2 0 0 0 0,-1 0 0 0 0,0 0 0 0 0,0 0 0 0 0,0 0 0 0 0,1 0 0 0 0,-1 0 0 0 0,1 0 0 0 0,3 3 0 0 0,2 2 0 0 0,-1-1 0 0 0,-1 3 0 0 0,0 4 0 0 0,-2 6 0 0 0,4 4 0 0 0,-1 2 0 0 0,4 0 0 0 0,0-3 0 0 0,2-2 0 0 0,2-1 0 0 0,4 0 0 0 0,1 2 0 0 0,2-1 0 0 0,1 1 0 0 0,0 1 0 0 0,1 0 0 0 0,-1 0 0 0 0,4 0 0 0 0,1 1 0 0 0,3-1 0 0 0,4-3 0 0 0,3-2 0 0 0,-2 1 0 0 0,2 1 0 0 0,1 0 0 0 0,4-2 0 0 0,3 0 0 0 0,1-3 0 0 0,2 0 0 0 0,5-2 0 0 0,0-3 0 0 0,-2-2 0 0 0,1-2 0 0 0,-1-2 0 0 0,-3-1 0 0 0,-1 0 0 0 0,-2-1 0 0 0,-2 1 0 0 0,0-1 0 0 0,-1 1 0 0 0,-1 0 0 0 0,1-1 0 0 0,0 1 0 0 0,0 0 0 0 0,-1 0 0 0 0,-2 0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8:19:34.873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21237 4236 16383 0 0,'0'-11'0'0'0,"0"-19"0"0"0,0-10 0 0 0,0-10 0 0 0,0-8 0 0 0,0 0 0 0 0,0-1 0 0 0,4 3 0 0 0,0 7 0 0 0,1 9 0 0 0,-2 8 0 0 0,3 9 0 0 0,7 12 0 0 0,4 15 0 0 0,4 13 0 0 0,-3 8 0 0 0,0 2 0 0 0,-4 1 0 0 0,-4-2 0 0 0,0-1 0 0 0,-2-2 0 0 0,-2-1 0 0 0,-3-1 0 0 0,-1-1 0 0 0,2 0 0 0 0,1 0 0 0 0,2-4 0 0 0,1-1 0 0 0,2 1 0 0 0,-1 0 0 0 0,2-2 0 0 0,2-3 0 0 0,-1-1 0 0 0,1 2 0 0 0,2 2 0 0 0,1 3 0 0 0,-2 1 0 0 0,-3-6 0 0 0,-3-18 0 0 0,-4-26 0 0 0,-2-17 0 0 0,2-7 0 0 0,1-2 0 0 0,-2 7 0 0 0,0 8 0 0 0,2 8 0 0 0,1 3 0 0 0,-1 4 0 0 0,-2 3 0 0 0,0 2 0 0 0,-2 5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6-04-02T08:21:53.633"/>
    </inkml:context>
    <inkml:brush xml:id="br0">
      <inkml:brushProperty name="width" value="0.1" units="cm"/>
      <inkml:brushProperty name="height" value="0.1" units="cm"/>
      <inkml:brushProperty name="color" value="#66CC00"/>
    </inkml:brush>
  </inkml:definitions>
  <inkml:trace contextRef="#ctx0" brushRef="#br0">22655 2237 16383 0 0,'-2'-2'0'0'0,"-4"-3"0"0"0,-2-2 0 0 0,-6 2 0 0 0,-4-1 0 0 0,-4 0 0 0 0,-3 1 0 0 0,0 2 0 0 0,0 1 0 0 0,-1 1 0 0 0,0 0 0 0 0,1 4 0 0 0,1 3 0 0 0,-1 0 0 0 0,0 2 0 0 0,-2 2 0 0 0,0 1 0 0 0,2 0 0 0 0,3-1 0 0 0,0 3 0 0 0,2 2 0 0 0,4 3 0 0 0,3 3 0 0 0,0 3 0 0 0,4 2 0 0 0,2 4 0 0 0,3 3 0 0 0,2 2 0 0 0,1 1 0 0 0,1 0 0 0 0,1-2 0 0 0,-1-2 0 0 0,3-1 0 0 0,3-2 0 0 0,3-1 0 0 0,0 0 0 0 0,5 0 0 0 0,1-3 0 0 0,-1-1 0 0 0,3-2 0 0 0,1-2 0 0 0,2-2 0 0 0,2-3 0 0 0,2-2 0 0 0,2-5 0 0 0,1-3 0 0 0,1-3 0 0 0,0-1 0 0 0,-2-1 0 0 0,-3-1 0 0 0,-6-2 0 0 0,0 0 0 0 0,-4-3 0 0 0,-2 0 0 0 0,1-4 0 0 0,-3-2 0 0 0,-3-4 0 0 0,-1-2 0 0 0,-1-3 0 0 0,0 1 0 0 0,-1 1 0 0 0,-1-2 0 0 0,0 1 0 0 0,-2 0 0 0 0,0-3 0 0 0,0 1 0 0 0,0 0 0 0 0,0-2 0 0 0,-3 1 0 0 0,0 2 0 0 0,-2 3 0 0 0,-1 1 0 0 0,-4 2 0 0 0,-2 3 0 0 0,-1 1 0 0 0,-4 3 0 0 0,-2 2 0 0 0,-1 3 0 0 0,0 1 0 0 0,1 2 0 0 0,1 0 0 0 0,-1 0 0 0 0,1 1 0 0 0,0-1 0 0 0,2 1 0 0 0,2-1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52068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customXml" Target="../ink/ink6.xml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4.png"/><Relationship Id="rId4" Type="http://schemas.openxmlformats.org/officeDocument/2006/relationships/image" Target="../media/image1.png"/><Relationship Id="rId9" Type="http://schemas.openxmlformats.org/officeDocument/2006/relationships/customXml" Target="../ink/ink4.xml"/><Relationship Id="rId1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2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669280" cy="5669280"/>
          </a:xfrm>
          <a:prstGeom prst="ellipse">
            <a:avLst/>
          </a:prstGeom>
          <a:solidFill>
            <a:srgbClr val="0D4A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589520" y="731520"/>
            <a:ext cx="2560320" cy="2560320"/>
          </a:xfrm>
          <a:prstGeom prst="ellipse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132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200" b="1" kern="0" spc="800">
                <a:solidFill>
                  <a:srgbClr val="84F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GARLIC</a:t>
            </a:r>
            <a:endParaRPr lang="en-US" sz="820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7498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G마켓, 한국인의 소울 '마늘'로 다시 태어나다</a:t>
            </a:r>
            <a:endParaRPr lang="en-US" sz="1900"/>
          </a:p>
        </p:txBody>
      </p:sp>
      <p:sp>
        <p:nvSpPr>
          <p:cNvPr id="6" name="Shape 4"/>
          <p:cNvSpPr/>
          <p:nvPr/>
        </p:nvSpPr>
        <p:spPr>
          <a:xfrm>
            <a:off x="548640" y="3035808"/>
            <a:ext cx="6949440" cy="50292"/>
          </a:xfrm>
          <a:prstGeom prst="rect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6949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/>
          </a:p>
        </p:txBody>
      </p:sp>
      <p:sp>
        <p:nvSpPr>
          <p:cNvPr id="9" name="Shape 7"/>
          <p:cNvSpPr/>
          <p:nvPr/>
        </p:nvSpPr>
        <p:spPr>
          <a:xfrm>
            <a:off x="7388352" y="960120"/>
            <a:ext cx="1536192" cy="749808"/>
          </a:xfrm>
          <a:prstGeom prst="rect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388352" y="960120"/>
            <a:ext cx="15361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문제 정의</a:t>
            </a:r>
            <a:endParaRPr lang="en-US" sz="1050"/>
          </a:p>
        </p:txBody>
      </p:sp>
      <p:sp>
        <p:nvSpPr>
          <p:cNvPr id="11" name="Shape 9"/>
          <p:cNvSpPr/>
          <p:nvPr/>
        </p:nvSpPr>
        <p:spPr>
          <a:xfrm>
            <a:off x="7388352" y="1892808"/>
            <a:ext cx="1536192" cy="749808"/>
          </a:xfrm>
          <a:prstGeom prst="rect">
            <a:avLst/>
          </a:prstGeom>
          <a:solidFill>
            <a:srgbClr val="0D4A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7388352" y="1892808"/>
            <a:ext cx="15361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핵심 아이디어</a:t>
            </a:r>
            <a:endParaRPr lang="en-US" sz="1050"/>
          </a:p>
        </p:txBody>
      </p:sp>
      <p:sp>
        <p:nvSpPr>
          <p:cNvPr id="13" name="Shape 11"/>
          <p:cNvSpPr/>
          <p:nvPr/>
        </p:nvSpPr>
        <p:spPr>
          <a:xfrm>
            <a:off x="7388352" y="2825496"/>
            <a:ext cx="1536192" cy="749808"/>
          </a:xfrm>
          <a:prstGeom prst="rect">
            <a:avLst/>
          </a:prstGeom>
          <a:solidFill>
            <a:srgbClr val="0D4A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7388352" y="2825496"/>
            <a:ext cx="15361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실행 방안</a:t>
            </a:r>
            <a:endParaRPr lang="en-US" sz="1050"/>
          </a:p>
        </p:txBody>
      </p:sp>
      <p:sp>
        <p:nvSpPr>
          <p:cNvPr id="15" name="Shape 13"/>
          <p:cNvSpPr/>
          <p:nvPr/>
        </p:nvSpPr>
        <p:spPr>
          <a:xfrm>
            <a:off x="7388352" y="3758184"/>
            <a:ext cx="1536192" cy="749808"/>
          </a:xfrm>
          <a:prstGeom prst="rect">
            <a:avLst/>
          </a:prstGeom>
          <a:solidFill>
            <a:srgbClr val="0D4A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7388352" y="3758184"/>
            <a:ext cx="1536192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기대 효과</a:t>
            </a:r>
            <a:endParaRPr lang="en-US" sz="10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6271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4F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문제 정의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G마켓, 지금 어디에 있는가?</a:t>
            </a:r>
            <a:endParaRPr lang="en-US" sz="32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679192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79192" cy="109728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40080" y="14173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공급자 중심 구조</a:t>
            </a:r>
            <a:endParaRPr lang="en-US" sz="150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331720" cy="2286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수억</a:t>
            </a:r>
            <a:r>
              <a:rPr 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개 </a:t>
            </a:r>
            <a:r>
              <a:rPr 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상품의</a:t>
            </a:r>
            <a:r>
              <a:rPr 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단순</a:t>
            </a:r>
            <a:r>
              <a:rPr 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나열</a:t>
            </a:r>
            <a:endParaRPr lang="en-US" sz="1300" err="1">
              <a:latin typeface="Calibri"/>
              <a:ea typeface="Calibri"/>
              <a:cs typeface="Calibri"/>
            </a:endParaRPr>
          </a:p>
          <a:p>
            <a:r>
              <a:rPr lang="ko-KR" alt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고객이</a:t>
            </a:r>
            <a:r>
              <a:rPr lang="en-US" altLang="ko-KR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ko-KR" alt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아닌</a:t>
            </a:r>
            <a:r>
              <a:rPr lang="en-US" altLang="ko-KR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altLang="ko-KR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공급자</a:t>
            </a:r>
            <a:r>
              <a:rPr lang="en-US" altLang="ko-KR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ko-KR" alt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위주</a:t>
            </a:r>
            <a:r>
              <a:rPr lang="en-US" altLang="ko-KR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ko-KR" alt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설계</a:t>
            </a:r>
            <a:endParaRPr lang="en-US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검색·탐색</a:t>
            </a:r>
            <a:r>
              <a:rPr 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피로도</a:t>
            </a:r>
            <a:r>
              <a:rPr 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극대화</a:t>
            </a:r>
            <a:endParaRPr lang="en-US" sz="1300" err="1">
              <a:latin typeface="Calibri"/>
              <a:ea typeface="Calibri"/>
              <a:cs typeface="Calibri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319272" y="1234440"/>
            <a:ext cx="2679192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3319272" y="1234440"/>
            <a:ext cx="2679192" cy="109728"/>
          </a:xfrm>
          <a:prstGeom prst="rect">
            <a:avLst/>
          </a:prstGeom>
          <a:solidFill>
            <a:srgbClr val="E8A82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3502152" y="14173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정체성 부재</a:t>
            </a:r>
            <a:endParaRPr lang="en-US" sz="1500"/>
          </a:p>
        </p:txBody>
      </p:sp>
      <p:sp>
        <p:nvSpPr>
          <p:cNvPr id="12" name="Text 10"/>
          <p:cNvSpPr/>
          <p:nvPr/>
        </p:nvSpPr>
        <p:spPr>
          <a:xfrm>
            <a:off x="3502152" y="1965960"/>
            <a:ext cx="2331720" cy="2286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ko-KR" alt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젊은층에게</a:t>
            </a:r>
            <a:r>
              <a:rPr lang="ko-KR" alt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올드한</a:t>
            </a:r>
            <a:r>
              <a:rPr 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ko-KR" alt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플랫폼</a:t>
            </a:r>
            <a:endParaRPr lang="en-US" sz="1300">
              <a:solidFill>
                <a:srgbClr val="3D5C3D"/>
              </a:solidFill>
              <a:latin typeface="Calibri"/>
              <a:ea typeface="Calibri"/>
              <a:cs typeface="Calibri"/>
            </a:endParaRPr>
          </a:p>
          <a:p>
            <a:r>
              <a:rPr lang="ko-KR" alt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어쩌다 최저가라서 방문하는 플랫폼</a:t>
            </a:r>
            <a:endParaRPr lang="en-US" altLang="ko-KR" sz="13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신규</a:t>
            </a:r>
            <a:r>
              <a:rPr 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유입</a:t>
            </a:r>
            <a:r>
              <a:rPr 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동력</a:t>
            </a:r>
            <a:r>
              <a:rPr 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ko-KR" alt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부재</a:t>
            </a:r>
            <a:endParaRPr lang="en-US" sz="1300">
              <a:solidFill>
                <a:srgbClr val="3D5C3D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81344" y="1234440"/>
            <a:ext cx="2679192" cy="31546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181344" y="1234440"/>
            <a:ext cx="2679192" cy="109728"/>
          </a:xfrm>
          <a:prstGeom prst="rect">
            <a:avLst/>
          </a:prstGeom>
          <a:solidFill>
            <a:srgbClr val="7A9AC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364224" y="1417320"/>
            <a:ext cx="2331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 구도의 샌드위치</a:t>
            </a:r>
            <a:endParaRPr lang="en-US" sz="1500"/>
          </a:p>
        </p:txBody>
      </p:sp>
      <p:sp>
        <p:nvSpPr>
          <p:cNvPr id="16" name="Text 14"/>
          <p:cNvSpPr/>
          <p:nvPr/>
        </p:nvSpPr>
        <p:spPr>
          <a:xfrm>
            <a:off x="6364224" y="1965960"/>
            <a:ext cx="2331720" cy="22860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쿠팡</a:t>
            </a:r>
            <a:r>
              <a:rPr 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= </a:t>
            </a:r>
            <a:r>
              <a:rPr 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속도·물류를</a:t>
            </a:r>
            <a:r>
              <a:rPr 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판다</a:t>
            </a:r>
            <a:endParaRPr lang="en-US" sz="1300" err="1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네이버</a:t>
            </a:r>
            <a:r>
              <a:rPr 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= </a:t>
            </a:r>
            <a:r>
              <a:rPr 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검색·트래픽을</a:t>
            </a:r>
            <a:r>
              <a:rPr 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판다</a:t>
            </a:r>
            <a:endParaRPr lang="en-US" sz="1300" err="1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G마켓만의</a:t>
            </a:r>
            <a:r>
              <a:rPr 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무기가</a:t>
            </a:r>
            <a:r>
              <a:rPr lang="en-US" sz="130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없다</a:t>
            </a:r>
            <a:endParaRPr lang="en-US" sz="1300">
              <a:solidFill>
                <a:srgbClr val="3D5C3D"/>
              </a:solidFill>
              <a:latin typeface="Calibri"/>
              <a:ea typeface="Calibri"/>
              <a:cs typeface="Calibri"/>
            </a:endParaRPr>
          </a:p>
          <a:p>
            <a:endParaRPr lang="en-US" sz="1300">
              <a:solidFill>
                <a:srgbClr val="3D5C3D"/>
              </a:solidFill>
              <a:ea typeface="Calibri"/>
              <a:cs typeface="Calibri"/>
            </a:endParaRPr>
          </a:p>
          <a:p>
            <a:r>
              <a:rPr lang="en-US" sz="1300">
                <a:solidFill>
                  <a:srgbClr val="3D5C3D"/>
                </a:solidFill>
                <a:ea typeface="Calibri"/>
                <a:cs typeface="Calibri"/>
              </a:rPr>
              <a:t>Why </a:t>
            </a:r>
            <a:r>
              <a:rPr lang="en-US" sz="1300" err="1">
                <a:solidFill>
                  <a:srgbClr val="3D5C3D"/>
                </a:solidFill>
                <a:ea typeface="Calibri"/>
                <a:cs typeface="Calibri"/>
              </a:rPr>
              <a:t>GMarket</a:t>
            </a:r>
            <a:r>
              <a:rPr lang="en-US" sz="1300">
                <a:solidFill>
                  <a:srgbClr val="3D5C3D"/>
                </a:solidFill>
                <a:ea typeface="Calibri"/>
                <a:cs typeface="Calibri"/>
              </a:rPr>
              <a:t>?</a:t>
            </a:r>
          </a:p>
        </p:txBody>
      </p:sp>
      <p:sp>
        <p:nvSpPr>
          <p:cNvPr id="17" name="Shape 15"/>
          <p:cNvSpPr/>
          <p:nvPr/>
        </p:nvSpPr>
        <p:spPr>
          <a:xfrm>
            <a:off x="457200" y="4526280"/>
            <a:ext cx="8229600" cy="402336"/>
          </a:xfrm>
          <a:prstGeom prst="rect">
            <a:avLst/>
          </a:prstGeom>
          <a:solidFill>
            <a:srgbClr val="06271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7863840" cy="40233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200" b="1" err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핵심</a:t>
            </a:r>
            <a:r>
              <a:rPr lang="en-US" sz="1200" b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1" err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인사이트</a:t>
            </a:r>
            <a:r>
              <a:rPr lang="en-US" sz="1200" b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  →  </a:t>
            </a:r>
            <a:r>
              <a:rPr lang="en-US" sz="1200" b="1" err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고객이</a:t>
            </a:r>
            <a:r>
              <a:rPr lang="en-US" sz="1200" b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1" err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떠나는</a:t>
            </a:r>
            <a:r>
              <a:rPr lang="en-US" sz="1200" b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1" err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이유</a:t>
            </a:r>
            <a:r>
              <a:rPr lang="en-US" sz="1200" b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: </a:t>
            </a:r>
            <a:r>
              <a:rPr lang="en-US" sz="1200" b="1" err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G마켓은</a:t>
            </a:r>
            <a:r>
              <a:rPr lang="en-US" sz="1200" b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 '</a:t>
            </a:r>
            <a:r>
              <a:rPr lang="ko-KR" altLang="en-US" sz="1200" b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나</a:t>
            </a:r>
            <a:r>
              <a:rPr lang="en-US" sz="1200" b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'</a:t>
            </a:r>
            <a:r>
              <a:rPr lang="ko-KR" altLang="en-US" sz="1200" b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를</a:t>
            </a:r>
            <a:r>
              <a:rPr lang="en-US" sz="1200" b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ko-KR" altLang="en-US" sz="1200" b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보지</a:t>
            </a:r>
            <a:r>
              <a:rPr lang="en-US" sz="1200" b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ko-KR" altLang="en-US" sz="1200" b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않는다</a:t>
            </a:r>
            <a:r>
              <a:rPr lang="en-US" sz="1200" b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. </a:t>
            </a:r>
            <a:r>
              <a:rPr lang="en-US" sz="1200" b="1" err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상품을</a:t>
            </a:r>
            <a:r>
              <a:rPr lang="en-US" sz="1200" b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200" b="1" err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쌓아놓을</a:t>
            </a:r>
            <a:r>
              <a:rPr lang="en-US" sz="1200" b="1">
                <a:solidFill>
                  <a:srgbClr val="84FFE2"/>
                </a:solidFill>
                <a:latin typeface="Calibri"/>
                <a:ea typeface="Calibri"/>
                <a:cs typeface="Calibri"/>
              </a:rPr>
              <a:t> 뿐.</a:t>
            </a:r>
            <a:endParaRPr lang="en-US" sz="1200">
              <a:latin typeface="Calibri"/>
              <a:ea typeface="Calibri"/>
              <a:cs typeface="Calibri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8A9A9D-C66E-6175-0712-1412D3A022BC}"/>
              </a:ext>
            </a:extLst>
          </p:cNvPr>
          <p:cNvSpPr txBox="1"/>
          <p:nvPr/>
        </p:nvSpPr>
        <p:spPr>
          <a:xfrm>
            <a:off x="6184347" y="1892600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200">
                <a:solidFill>
                  <a:srgbClr val="FF0000"/>
                </a:solidFill>
                <a:ea typeface="맑은 고딕"/>
                <a:cs typeface="Calibri"/>
              </a:rPr>
              <a:t>샌드위치 사이에 낀 이미지 있으면 좋을듯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1" name="잉크 20">
                <a:extLst>
                  <a:ext uri="{FF2B5EF4-FFF2-40B4-BE49-F238E27FC236}">
                    <a16:creationId xmlns:a16="http://schemas.microsoft.com/office/drawing/2014/main" id="{384A9F55-E05C-AF4F-FEAD-D9673FBFCD4B}"/>
                  </a:ext>
                </a:extLst>
              </p14:cNvPr>
              <p14:cNvContentPartPr/>
              <p14:nvPr/>
            </p14:nvContentPartPr>
            <p14:xfrm>
              <a:off x="7001985" y="451561"/>
              <a:ext cx="1245992" cy="645455"/>
            </p14:xfrm>
          </p:contentPart>
        </mc:Choice>
        <mc:Fallback>
          <p:pic>
            <p:nvPicPr>
              <p:cNvPr id="21" name="잉크 20">
                <a:extLst>
                  <a:ext uri="{FF2B5EF4-FFF2-40B4-BE49-F238E27FC236}">
                    <a16:creationId xmlns:a16="http://schemas.microsoft.com/office/drawing/2014/main" id="{384A9F55-E05C-AF4F-FEAD-D9673FBFCD4B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983990" y="433572"/>
                <a:ext cx="1281623" cy="68107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22" name="잉크 21">
                <a:extLst>
                  <a:ext uri="{FF2B5EF4-FFF2-40B4-BE49-F238E27FC236}">
                    <a16:creationId xmlns:a16="http://schemas.microsoft.com/office/drawing/2014/main" id="{08537712-91B2-8C3E-CD02-F3D6711840E7}"/>
                  </a:ext>
                </a:extLst>
              </p14:cNvPr>
              <p14:cNvContentPartPr/>
              <p14:nvPr/>
            </p14:nvContentPartPr>
            <p14:xfrm>
              <a:off x="6972910" y="1045039"/>
              <a:ext cx="1267702" cy="333437"/>
            </p14:xfrm>
          </p:contentPart>
        </mc:Choice>
        <mc:Fallback>
          <p:pic>
            <p:nvPicPr>
              <p:cNvPr id="22" name="잉크 21">
                <a:extLst>
                  <a:ext uri="{FF2B5EF4-FFF2-40B4-BE49-F238E27FC236}">
                    <a16:creationId xmlns:a16="http://schemas.microsoft.com/office/drawing/2014/main" id="{08537712-91B2-8C3E-CD02-F3D6711840E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54918" y="1027054"/>
                <a:ext cx="1303326" cy="3690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4" name="잉크 23">
                <a:extLst>
                  <a:ext uri="{FF2B5EF4-FFF2-40B4-BE49-F238E27FC236}">
                    <a16:creationId xmlns:a16="http://schemas.microsoft.com/office/drawing/2014/main" id="{8AF46A47-9AAE-F64F-30FD-CE3CD897C016}"/>
                  </a:ext>
                </a:extLst>
              </p14:cNvPr>
              <p14:cNvContentPartPr/>
              <p14:nvPr/>
            </p14:nvContentPartPr>
            <p14:xfrm>
              <a:off x="7377842" y="936642"/>
              <a:ext cx="500974" cy="166909"/>
            </p14:xfrm>
          </p:contentPart>
        </mc:Choice>
        <mc:Fallback>
          <p:pic>
            <p:nvPicPr>
              <p:cNvPr id="24" name="잉크 23">
                <a:extLst>
                  <a:ext uri="{FF2B5EF4-FFF2-40B4-BE49-F238E27FC236}">
                    <a16:creationId xmlns:a16="http://schemas.microsoft.com/office/drawing/2014/main" id="{8AF46A47-9AAE-F64F-30FD-CE3CD897C01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359847" y="918695"/>
                <a:ext cx="536604" cy="2024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">
            <p14:nvContentPartPr>
              <p14:cNvPr id="27" name="잉크 26">
                <a:extLst>
                  <a:ext uri="{FF2B5EF4-FFF2-40B4-BE49-F238E27FC236}">
                    <a16:creationId xmlns:a16="http://schemas.microsoft.com/office/drawing/2014/main" id="{C89ACB1D-5CFF-00FA-C9F9-78295037CE6A}"/>
                  </a:ext>
                </a:extLst>
              </p14:cNvPr>
              <p14:cNvContentPartPr/>
              <p14:nvPr/>
            </p14:nvContentPartPr>
            <p14:xfrm>
              <a:off x="7334575" y="567882"/>
              <a:ext cx="209864" cy="188955"/>
            </p14:xfrm>
          </p:contentPart>
        </mc:Choice>
        <mc:Fallback>
          <p:pic>
            <p:nvPicPr>
              <p:cNvPr id="27" name="잉크 26">
                <a:extLst>
                  <a:ext uri="{FF2B5EF4-FFF2-40B4-BE49-F238E27FC236}">
                    <a16:creationId xmlns:a16="http://schemas.microsoft.com/office/drawing/2014/main" id="{C89ACB1D-5CFF-00FA-C9F9-78295037CE6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316607" y="549920"/>
                <a:ext cx="245440" cy="2245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8" name="잉크 27">
                <a:extLst>
                  <a:ext uri="{FF2B5EF4-FFF2-40B4-BE49-F238E27FC236}">
                    <a16:creationId xmlns:a16="http://schemas.microsoft.com/office/drawing/2014/main" id="{A287635D-8F1A-D1A1-23AA-6551CB591102}"/>
                  </a:ext>
                </a:extLst>
              </p14:cNvPr>
              <p14:cNvContentPartPr/>
              <p14:nvPr/>
            </p14:nvContentPartPr>
            <p14:xfrm>
              <a:off x="7755038" y="1110130"/>
              <a:ext cx="130329" cy="188404"/>
            </p14:xfrm>
          </p:contentPart>
        </mc:Choice>
        <mc:Fallback>
          <p:pic>
            <p:nvPicPr>
              <p:cNvPr id="28" name="잉크 27">
                <a:extLst>
                  <a:ext uri="{FF2B5EF4-FFF2-40B4-BE49-F238E27FC236}">
                    <a16:creationId xmlns:a16="http://schemas.microsoft.com/office/drawing/2014/main" id="{A287635D-8F1A-D1A1-23AA-6551CB59110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737086" y="1092187"/>
                <a:ext cx="165873" cy="22393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1" name="잉크 30">
                <a:extLst>
                  <a:ext uri="{FF2B5EF4-FFF2-40B4-BE49-F238E27FC236}">
                    <a16:creationId xmlns:a16="http://schemas.microsoft.com/office/drawing/2014/main" id="{B7F0683E-CA68-1A23-BA8C-2968FC2B2490}"/>
                  </a:ext>
                </a:extLst>
              </p14:cNvPr>
              <p14:cNvContentPartPr/>
              <p14:nvPr/>
            </p14:nvContentPartPr>
            <p14:xfrm>
              <a:off x="7518796" y="874343"/>
              <a:ext cx="181414" cy="257346"/>
            </p14:xfrm>
          </p:contentPart>
        </mc:Choice>
        <mc:Fallback>
          <p:pic>
            <p:nvPicPr>
              <p:cNvPr id="31" name="잉크 30">
                <a:extLst>
                  <a:ext uri="{FF2B5EF4-FFF2-40B4-BE49-F238E27FC236}">
                    <a16:creationId xmlns:a16="http://schemas.microsoft.com/office/drawing/2014/main" id="{B7F0683E-CA68-1A23-BA8C-2968FC2B249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7500834" y="856372"/>
                <a:ext cx="216978" cy="292929"/>
              </a:xfrm>
              <a:prstGeom prst="rect">
                <a:avLst/>
              </a:prstGeom>
            </p:spPr>
          </p:pic>
        </mc:Fallback>
      </mc:AlternateContent>
      <p:sp>
        <p:nvSpPr>
          <p:cNvPr id="36" name="TextBox 35">
            <a:extLst>
              <a:ext uri="{FF2B5EF4-FFF2-40B4-BE49-F238E27FC236}">
                <a16:creationId xmlns:a16="http://schemas.microsoft.com/office/drawing/2014/main" id="{6DE84EAA-9FC8-8DA8-681F-12D3D820F683}"/>
              </a:ext>
            </a:extLst>
          </p:cNvPr>
          <p:cNvSpPr txBox="1"/>
          <p:nvPr/>
        </p:nvSpPr>
        <p:spPr>
          <a:xfrm>
            <a:off x="639250" y="2124287"/>
            <a:ext cx="2519236" cy="53860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sz="1100">
                <a:solidFill>
                  <a:srgbClr val="FF0000"/>
                </a:solidFill>
                <a:ea typeface="+mn-lt"/>
                <a:cs typeface="+mn-lt"/>
              </a:rPr>
              <a:t>단기적 '딜' 중심의</a:t>
            </a:r>
            <a:r>
              <a:rPr lang="ko-KR" sz="1100">
                <a:solidFill>
                  <a:srgbClr val="FF0000"/>
                </a:solidFill>
                <a:ea typeface="+mn-lt"/>
                <a:cs typeface="+mn-lt"/>
              </a:rPr>
              <a:t> 상품 노출</a:t>
            </a:r>
            <a:endParaRPr lang="ko-KR" sz="1100">
              <a:ea typeface="+mn-lt"/>
              <a:cs typeface="+mn-lt"/>
            </a:endParaRPr>
          </a:p>
          <a:p>
            <a:endParaRPr 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6271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4F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문제 정의  |  경쟁사 대비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지금 변화가 필요한가?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65760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91440" cy="1024128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</a:t>
            </a:r>
            <a:endParaRPr lang="en-US" sz="1700"/>
          </a:p>
        </p:txBody>
      </p:sp>
      <p:sp>
        <p:nvSpPr>
          <p:cNvPr id="8" name="Text 6"/>
          <p:cNvSpPr/>
          <p:nvPr/>
        </p:nvSpPr>
        <p:spPr>
          <a:xfrm>
            <a:off x="1874520" y="135331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빠름을 판다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685800" y="1728216"/>
            <a:ext cx="333756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15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로켓배송·물류</a:t>
            </a:r>
            <a:r>
              <a:rPr lang="en-US" sz="115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속도</a:t>
            </a:r>
            <a:endParaRPr lang="en-US" altLang="ko-KR" sz="1150" err="1">
              <a:solidFill>
                <a:srgbClr val="3D5C3D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5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가격</a:t>
            </a:r>
            <a:r>
              <a:rPr lang="en-US" sz="115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경쟁력</a:t>
            </a:r>
            <a:r>
              <a:rPr lang="en-US" sz="115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극대화</a:t>
            </a:r>
            <a:endParaRPr lang="en-US" sz="1150" err="1">
              <a:latin typeface="Calibri"/>
              <a:ea typeface="Calibri"/>
              <a:cs typeface="Calibri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7200" y="2423160"/>
            <a:ext cx="365760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91440" cy="1024128"/>
          </a:xfrm>
          <a:prstGeom prst="rect">
            <a:avLst/>
          </a:prstGeom>
          <a:solidFill>
            <a:srgbClr val="03C7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685800" y="251460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</a:t>
            </a:r>
            <a:endParaRPr lang="en-US" sz="1700"/>
          </a:p>
        </p:txBody>
      </p:sp>
      <p:sp>
        <p:nvSpPr>
          <p:cNvPr id="13" name="Text 11"/>
          <p:cNvSpPr/>
          <p:nvPr/>
        </p:nvSpPr>
        <p:spPr>
          <a:xfrm>
            <a:off x="1874520" y="254203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3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검색을 판다</a:t>
            </a:r>
            <a:endParaRPr lang="en-US" sz="1100"/>
          </a:p>
        </p:txBody>
      </p:sp>
      <p:sp>
        <p:nvSpPr>
          <p:cNvPr id="14" name="Text 12"/>
          <p:cNvSpPr/>
          <p:nvPr/>
        </p:nvSpPr>
        <p:spPr>
          <a:xfrm>
            <a:off x="685800" y="2916936"/>
            <a:ext cx="333756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ko-KR" altLang="en-US" sz="115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가격 비교·탐색 쇼핑</a:t>
            </a:r>
          </a:p>
          <a:p>
            <a:r>
              <a:rPr lang="ko-KR" altLang="en-US" sz="115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검색 포털 트래픽</a:t>
            </a:r>
            <a:endParaRPr lang="en-US" sz="1150" err="1">
              <a:latin typeface="Calibri"/>
              <a:ea typeface="Calibri"/>
              <a:cs typeface="Calibri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3657600" cy="10241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" y="3611880"/>
            <a:ext cx="91440" cy="1024128"/>
          </a:xfrm>
          <a:prstGeom prst="rect">
            <a:avLst/>
          </a:prstGeom>
          <a:solidFill>
            <a:srgbClr val="BBBB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85800" y="370332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G마켓</a:t>
            </a:r>
            <a:endParaRPr lang="en-US" sz="1700"/>
          </a:p>
        </p:txBody>
      </p:sp>
      <p:sp>
        <p:nvSpPr>
          <p:cNvPr id="18" name="Text 16"/>
          <p:cNvSpPr/>
          <p:nvPr/>
        </p:nvSpPr>
        <p:spPr>
          <a:xfrm>
            <a:off x="1874520" y="3730752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???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685800" y="4105656"/>
            <a:ext cx="3337560" cy="4754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26년 </a:t>
            </a:r>
            <a:r>
              <a:rPr lang="en-US" sz="115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역사·최대</a:t>
            </a:r>
            <a:r>
              <a:rPr lang="en-US" sz="115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15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셀러</a:t>
            </a:r>
            <a:r>
              <a:rPr lang="en-US" sz="115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DB</a:t>
            </a:r>
            <a:endParaRPr lang="en-US" sz="1150">
              <a:latin typeface="Calibri"/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15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하지만</a:t>
            </a:r>
            <a:r>
              <a:rPr lang="en-US" sz="115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 '</a:t>
            </a:r>
            <a:r>
              <a:rPr lang="ko-KR" altLang="en-US" sz="115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이유</a:t>
            </a:r>
            <a:r>
              <a:rPr lang="en-US" sz="1150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'가 </a:t>
            </a:r>
            <a:r>
              <a:rPr lang="en-US" sz="1150" err="1">
                <a:solidFill>
                  <a:srgbClr val="3D5C3D"/>
                </a:solidFill>
                <a:latin typeface="Calibri"/>
                <a:ea typeface="Calibri"/>
                <a:cs typeface="Calibri"/>
              </a:rPr>
              <a:t>없다</a:t>
            </a:r>
            <a:endParaRPr lang="en-US" sz="1150" err="1">
              <a:latin typeface="Calibri"/>
              <a:ea typeface="Calibri"/>
              <a:cs typeface="Calibri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370832" y="1097280"/>
            <a:ext cx="4526280" cy="38404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4572000" y="11887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포지셔닝 맵</a:t>
            </a:r>
            <a:endParaRPr lang="en-US" sz="1200"/>
          </a:p>
        </p:txBody>
      </p:sp>
      <p:sp>
        <p:nvSpPr>
          <p:cNvPr id="22" name="Shape 20"/>
          <p:cNvSpPr/>
          <p:nvPr/>
        </p:nvSpPr>
        <p:spPr>
          <a:xfrm>
            <a:off x="6629400" y="1600200"/>
            <a:ext cx="0" cy="2926080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526280" y="3063240"/>
            <a:ext cx="4206240" cy="0"/>
          </a:xfrm>
          <a:prstGeom prst="line">
            <a:avLst/>
          </a:prstGeom>
          <a:noFill/>
          <a:ln w="190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/>
          <p:nvPr/>
        </p:nvSpPr>
        <p:spPr>
          <a:xfrm>
            <a:off x="5760720" y="1572768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개인화·문화 ↑</a:t>
            </a:r>
            <a:endParaRPr lang="en-US" sz="850"/>
          </a:p>
        </p:txBody>
      </p:sp>
      <p:sp>
        <p:nvSpPr>
          <p:cNvPr id="25" name="Text 23"/>
          <p:cNvSpPr/>
          <p:nvPr/>
        </p:nvSpPr>
        <p:spPr>
          <a:xfrm>
            <a:off x="5760720" y="4434840"/>
            <a:ext cx="1828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가격 중심</a:t>
            </a:r>
            <a:endParaRPr lang="en-US" sz="850"/>
          </a:p>
        </p:txBody>
      </p:sp>
      <p:sp>
        <p:nvSpPr>
          <p:cNvPr id="26" name="Text 24"/>
          <p:cNvSpPr/>
          <p:nvPr/>
        </p:nvSpPr>
        <p:spPr>
          <a:xfrm>
            <a:off x="8065008" y="29443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속도·가격 →</a:t>
            </a:r>
            <a:endParaRPr lang="en-US" sz="800"/>
          </a:p>
        </p:txBody>
      </p:sp>
      <p:sp>
        <p:nvSpPr>
          <p:cNvPr id="27" name="Text 25"/>
          <p:cNvSpPr/>
          <p:nvPr/>
        </p:nvSpPr>
        <p:spPr>
          <a:xfrm>
            <a:off x="4480560" y="29443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탐색</a:t>
            </a:r>
            <a:endParaRPr lang="en-US" sz="800"/>
          </a:p>
        </p:txBody>
      </p:sp>
      <p:sp>
        <p:nvSpPr>
          <p:cNvPr id="28" name="Shape 26"/>
          <p:cNvSpPr/>
          <p:nvPr/>
        </p:nvSpPr>
        <p:spPr>
          <a:xfrm>
            <a:off x="7818120" y="3611880"/>
            <a:ext cx="384048" cy="384048"/>
          </a:xfrm>
          <a:prstGeom prst="ellipse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7406640" y="404164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</a:t>
            </a:r>
            <a:endParaRPr lang="en-US" sz="1000"/>
          </a:p>
        </p:txBody>
      </p:sp>
      <p:sp>
        <p:nvSpPr>
          <p:cNvPr id="30" name="Shape 28"/>
          <p:cNvSpPr/>
          <p:nvPr/>
        </p:nvSpPr>
        <p:spPr>
          <a:xfrm>
            <a:off x="7498080" y="1874520"/>
            <a:ext cx="384048" cy="384048"/>
          </a:xfrm>
          <a:prstGeom prst="ellipse">
            <a:avLst/>
          </a:prstGeom>
          <a:solidFill>
            <a:srgbClr val="03C75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7132320" y="159105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03C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네이버</a:t>
            </a:r>
            <a:endParaRPr lang="en-US" sz="1000"/>
          </a:p>
        </p:txBody>
      </p:sp>
      <p:sp>
        <p:nvSpPr>
          <p:cNvPr id="32" name="Shape 30"/>
          <p:cNvSpPr/>
          <p:nvPr/>
        </p:nvSpPr>
        <p:spPr>
          <a:xfrm>
            <a:off x="5120640" y="3401568"/>
            <a:ext cx="365760" cy="365760"/>
          </a:xfrm>
          <a:prstGeom prst="ellipse">
            <a:avLst/>
          </a:prstGeom>
          <a:solidFill>
            <a:srgbClr val="BBBBB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4709160" y="382219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G마켓(현재)</a:t>
            </a:r>
            <a:endParaRPr lang="en-US" sz="900"/>
          </a:p>
        </p:txBody>
      </p:sp>
      <p:sp>
        <p:nvSpPr>
          <p:cNvPr id="34" name="Shape 32"/>
          <p:cNvSpPr/>
          <p:nvPr/>
        </p:nvSpPr>
        <p:spPr>
          <a:xfrm>
            <a:off x="4937760" y="1737360"/>
            <a:ext cx="502920" cy="502920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3"/>
          <p:cNvSpPr/>
          <p:nvPr/>
        </p:nvSpPr>
        <p:spPr>
          <a:xfrm>
            <a:off x="4498848" y="144475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0C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GARLIC</a:t>
            </a:r>
            <a:endParaRPr lang="en-US" sz="900"/>
          </a:p>
          <a:p>
            <a:pPr marL="0" indent="0" algn="ctr">
              <a:buNone/>
            </a:pPr>
            <a:r>
              <a:rPr lang="en-US" sz="900" b="1">
                <a:solidFill>
                  <a:srgbClr val="00C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endParaRPr lang="en-US" sz="90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669CEB8-1C62-9C85-08AD-95CCFDD141A0}"/>
              </a:ext>
            </a:extLst>
          </p:cNvPr>
          <p:cNvSpPr txBox="1"/>
          <p:nvPr/>
        </p:nvSpPr>
        <p:spPr>
          <a:xfrm>
            <a:off x="2769780" y="4056164"/>
            <a:ext cx="2743199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  <a:cs typeface="Calibri"/>
              </a:rPr>
              <a:t>최대 셀러 DBㄱㅏ 맞나?</a:t>
            </a: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2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5303520" cy="5303520"/>
          </a:xfrm>
          <a:prstGeom prst="ellipse">
            <a:avLst/>
          </a:prstGeom>
          <a:solidFill>
            <a:srgbClr val="0D4A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800" b="1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80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아이디어</a:t>
            </a:r>
            <a:endParaRPr lang="en-US" sz="520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84F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G마켓 이렇게 바꾸자!</a:t>
            </a:r>
            <a:endParaRPr lang="en-US" sz="2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6271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4F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핵심 아이디어  |  리브랜딩 컨셉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GARLIC — 가장 한국적인 뿌리에서 가장 세계적인 커머스로</a:t>
            </a:r>
            <a:endParaRPr lang="en-US" sz="2200"/>
          </a:p>
        </p:txBody>
      </p: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3E76B239-4BBA-6EFC-39AF-47B3AD83C7AB}"/>
              </a:ext>
            </a:extLst>
          </p:cNvPr>
          <p:cNvGrpSpPr/>
          <p:nvPr/>
        </p:nvGrpSpPr>
        <p:grpSpPr>
          <a:xfrm>
            <a:off x="457200" y="1188720"/>
            <a:ext cx="4023360" cy="3749040"/>
            <a:chOff x="457200" y="1188720"/>
            <a:chExt cx="4023360" cy="3749040"/>
          </a:xfrm>
        </p:grpSpPr>
        <p:sp>
          <p:nvSpPr>
            <p:cNvPr id="5" name="Shape 3"/>
            <p:cNvSpPr/>
            <p:nvPr/>
          </p:nvSpPr>
          <p:spPr>
            <a:xfrm>
              <a:off x="457200" y="1188720"/>
              <a:ext cx="4023360" cy="3749040"/>
            </a:xfrm>
            <a:prstGeom prst="rect">
              <a:avLst/>
            </a:prstGeom>
            <a:solidFill>
              <a:srgbClr val="062714"/>
            </a:solidFill>
            <a:ln/>
          </p:spPr>
          <p:txBody>
            <a:bodyPr/>
            <a:lstStyle/>
            <a:p>
              <a:endParaRPr lang="ko-KR" altLang="en-US"/>
            </a:p>
          </p:txBody>
        </p:sp>
        <p:sp>
          <p:nvSpPr>
            <p:cNvPr id="6" name="Text 4"/>
            <p:cNvSpPr/>
            <p:nvPr/>
          </p:nvSpPr>
          <p:spPr>
            <a:xfrm>
              <a:off x="594360" y="1353312"/>
              <a:ext cx="384048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b="1">
                  <a:solidFill>
                    <a:srgbClr val="00C7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</a:t>
              </a:r>
              <a:endParaRPr lang="en-US" sz="2200"/>
            </a:p>
          </p:txBody>
        </p:sp>
        <p:sp>
          <p:nvSpPr>
            <p:cNvPr id="7" name="Text 5"/>
            <p:cNvSpPr/>
            <p:nvPr/>
          </p:nvSpPr>
          <p:spPr>
            <a:xfrm>
              <a:off x="987552" y="1353312"/>
              <a:ext cx="1280160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84FFE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·lobal</a:t>
              </a:r>
              <a:endParaRPr lang="en-US" sz="1400"/>
            </a:p>
          </p:txBody>
        </p:sp>
        <p:sp>
          <p:nvSpPr>
            <p:cNvPr id="8" name="Text 6"/>
            <p:cNvSpPr/>
            <p:nvPr/>
          </p:nvSpPr>
          <p:spPr>
            <a:xfrm>
              <a:off x="2286000" y="1353312"/>
              <a:ext cx="2057400" cy="47548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ko-KR" altLang="en-US" sz="1050">
                  <a:solidFill>
                    <a:srgbClr val="AACCAA"/>
                  </a:solidFill>
                  <a:latin typeface="Calibri"/>
                  <a:ea typeface="Calibri"/>
                  <a:cs typeface="Calibri"/>
                </a:rPr>
                <a:t>글로벌로 뻗어나가는</a:t>
              </a:r>
              <a:endParaRPr lang="en-US" sz="1050">
                <a:solidFill>
                  <a:srgbClr val="AACCAA"/>
                </a:solidFill>
                <a:ea typeface="Calibri"/>
                <a:cs typeface="Calibri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594360" y="1901952"/>
              <a:ext cx="384048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b="1">
                  <a:solidFill>
                    <a:srgbClr val="00C7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</a:t>
              </a:r>
              <a:endParaRPr lang="en-US" sz="2200"/>
            </a:p>
          </p:txBody>
        </p:sp>
        <p:sp>
          <p:nvSpPr>
            <p:cNvPr id="10" name="Text 8"/>
            <p:cNvSpPr/>
            <p:nvPr/>
          </p:nvSpPr>
          <p:spPr>
            <a:xfrm>
              <a:off x="987552" y="1901952"/>
              <a:ext cx="1280160" cy="47548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altLang="ko-KR" sz="1400">
                  <a:solidFill>
                    <a:srgbClr val="84FFE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 </a:t>
              </a:r>
              <a:r>
                <a:rPr lang="en-US" sz="1400">
                  <a:solidFill>
                    <a:srgbClr val="84FFE2"/>
                  </a:solidFill>
                  <a:ea typeface="Calibri"/>
                  <a:cs typeface="Calibri"/>
                </a:rPr>
                <a:t>uthentic</a:t>
              </a:r>
            </a:p>
          </p:txBody>
        </p:sp>
        <p:sp>
          <p:nvSpPr>
            <p:cNvPr id="11" name="Text 9"/>
            <p:cNvSpPr/>
            <p:nvPr/>
          </p:nvSpPr>
          <p:spPr>
            <a:xfrm>
              <a:off x="2286000" y="1901952"/>
              <a:ext cx="2057400" cy="47548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ko-KR" altLang="en-US" sz="1050">
                  <a:solidFill>
                    <a:srgbClr val="AACCAA"/>
                  </a:solidFill>
                  <a:latin typeface="Calibri"/>
                  <a:ea typeface="Calibri"/>
                  <a:cs typeface="Calibri"/>
                </a:rPr>
                <a:t>고객을 향한 진짜 태도</a:t>
              </a:r>
              <a:endParaRPr lang="ko-KR" altLang="en-US" sz="1050">
                <a:solidFill>
                  <a:srgbClr val="AACCAA"/>
                </a:solidFill>
                <a:ea typeface="Calibri"/>
                <a:cs typeface="Calibri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594360" y="2450592"/>
              <a:ext cx="384048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b="1">
                  <a:solidFill>
                    <a:srgbClr val="00C7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</a:t>
              </a:r>
              <a:endParaRPr lang="en-US" sz="2200"/>
            </a:p>
          </p:txBody>
        </p:sp>
        <p:sp>
          <p:nvSpPr>
            <p:cNvPr id="13" name="Text 11"/>
            <p:cNvSpPr/>
            <p:nvPr/>
          </p:nvSpPr>
          <p:spPr>
            <a:xfrm>
              <a:off x="987552" y="2450592"/>
              <a:ext cx="1280160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84FFE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·ooted</a:t>
              </a:r>
              <a:endParaRPr lang="en-US" sz="1400"/>
            </a:p>
          </p:txBody>
        </p:sp>
        <p:sp>
          <p:nvSpPr>
            <p:cNvPr id="14" name="Text 12"/>
            <p:cNvSpPr/>
            <p:nvPr/>
          </p:nvSpPr>
          <p:spPr>
            <a:xfrm>
              <a:off x="2286000" y="2450592"/>
              <a:ext cx="2057400" cy="47548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ko-KR" altLang="en-US" sz="1050">
                  <a:solidFill>
                    <a:srgbClr val="AACCAA"/>
                  </a:solidFill>
                  <a:latin typeface="Calibri"/>
                  <a:ea typeface="Calibri"/>
                  <a:cs typeface="Calibri"/>
                </a:rPr>
                <a:t>뿌리깊은 26년 역사의</a:t>
              </a:r>
              <a:endParaRPr lang="en-US" sz="1050">
                <a:solidFill>
                  <a:srgbClr val="AACCAA"/>
                </a:solidFill>
                <a:latin typeface="Calibri"/>
                <a:ea typeface="Calibri"/>
                <a:cs typeface="Calibri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594360" y="2999232"/>
              <a:ext cx="384048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b="1">
                  <a:solidFill>
                    <a:srgbClr val="00C7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</a:t>
              </a:r>
              <a:endParaRPr lang="en-US" sz="2200"/>
            </a:p>
          </p:txBody>
        </p:sp>
        <p:sp>
          <p:nvSpPr>
            <p:cNvPr id="16" name="Text 14"/>
            <p:cNvSpPr/>
            <p:nvPr/>
          </p:nvSpPr>
          <p:spPr>
            <a:xfrm>
              <a:off x="987552" y="2999232"/>
              <a:ext cx="1280160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84FFE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·ifestyle</a:t>
              </a:r>
              <a:endParaRPr lang="en-US" sz="1400"/>
            </a:p>
          </p:txBody>
        </p:sp>
        <p:sp>
          <p:nvSpPr>
            <p:cNvPr id="17" name="Text 15"/>
            <p:cNvSpPr/>
            <p:nvPr/>
          </p:nvSpPr>
          <p:spPr>
            <a:xfrm>
              <a:off x="2286000" y="2999232"/>
              <a:ext cx="2057400" cy="47548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ko-KR" altLang="en-US" sz="1050">
                  <a:solidFill>
                    <a:srgbClr val="AACCAA"/>
                  </a:solidFill>
                  <a:latin typeface="Calibri"/>
                  <a:ea typeface="Calibri"/>
                  <a:cs typeface="Calibri"/>
                </a:rPr>
                <a:t>라이프스타일 플랫폼</a:t>
              </a:r>
              <a:endParaRPr lang="en-US" sz="1050">
                <a:solidFill>
                  <a:srgbClr val="AACCAA"/>
                </a:solidFill>
                <a:ea typeface="Calibri"/>
                <a:cs typeface="Calibri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594360" y="3547872"/>
              <a:ext cx="384048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b="1">
                  <a:solidFill>
                    <a:srgbClr val="00C7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</a:t>
              </a:r>
              <a:endParaRPr lang="en-US" sz="2200"/>
            </a:p>
          </p:txBody>
        </p:sp>
        <p:sp>
          <p:nvSpPr>
            <p:cNvPr id="19" name="Text 17"/>
            <p:cNvSpPr/>
            <p:nvPr/>
          </p:nvSpPr>
          <p:spPr>
            <a:xfrm>
              <a:off x="987552" y="3547872"/>
              <a:ext cx="1280160" cy="47548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84FFE2"/>
                  </a:solidFill>
                  <a:latin typeface="Calibri"/>
                  <a:ea typeface="Calibri"/>
                  <a:cs typeface="Calibri"/>
                </a:rPr>
                <a:t>·</a:t>
              </a:r>
              <a:r>
                <a:rPr lang="en-US" sz="1400" err="1">
                  <a:solidFill>
                    <a:srgbClr val="84FFE2"/>
                  </a:solidFill>
                  <a:latin typeface="Calibri"/>
                  <a:ea typeface="Calibri"/>
                  <a:cs typeface="Calibri"/>
                </a:rPr>
                <a:t>dentity</a:t>
              </a:r>
              <a:endParaRPr lang="en-US" sz="1400" err="1"/>
            </a:p>
          </p:txBody>
        </p:sp>
        <p:sp>
          <p:nvSpPr>
            <p:cNvPr id="20" name="Text 18"/>
            <p:cNvSpPr/>
            <p:nvPr/>
          </p:nvSpPr>
          <p:spPr>
            <a:xfrm>
              <a:off x="2286000" y="3547872"/>
              <a:ext cx="2057400" cy="47548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ko-KR" altLang="en-US" sz="1050">
                  <a:solidFill>
                    <a:srgbClr val="AACCAA"/>
                  </a:solidFill>
                  <a:ea typeface="Calibri"/>
                  <a:cs typeface="Calibri"/>
                </a:rPr>
                <a:t>정체성에 집중하는?? "</a:t>
              </a:r>
              <a:r>
                <a:rPr lang="ko-KR" altLang="en-US" sz="1050" err="1">
                  <a:solidFill>
                    <a:srgbClr val="AACCAA"/>
                  </a:solidFill>
                  <a:ea typeface="Calibri"/>
                  <a:cs typeface="Calibri"/>
                </a:rPr>
                <a:t>I</a:t>
              </a:r>
              <a:r>
                <a:rPr lang="ko-KR" altLang="en-US" sz="1050">
                  <a:solidFill>
                    <a:srgbClr val="AACCAA"/>
                  </a:solidFill>
                  <a:ea typeface="Calibri"/>
                  <a:cs typeface="Calibri"/>
                </a:rPr>
                <a:t>“</a:t>
              </a:r>
              <a:br>
                <a:rPr lang="en-US" altLang="ko-KR" sz="1050">
                  <a:solidFill>
                    <a:srgbClr val="AACCAA"/>
                  </a:solidFill>
                  <a:ea typeface="Calibri"/>
                  <a:cs typeface="Calibri"/>
                </a:rPr>
              </a:br>
              <a:r>
                <a:rPr lang="ko-KR" altLang="en-US" sz="1050">
                  <a:solidFill>
                    <a:srgbClr val="AACCAA"/>
                  </a:solidFill>
                  <a:ea typeface="Calibri"/>
                  <a:cs typeface="Calibri"/>
                </a:rPr>
                <a:t>쇼핑으로 </a:t>
              </a:r>
              <a:r>
                <a:rPr lang="en-US" altLang="ko-KR" sz="1050">
                  <a:solidFill>
                    <a:srgbClr val="AACCAA"/>
                  </a:solidFill>
                  <a:ea typeface="Calibri"/>
                  <a:cs typeface="Calibri"/>
                </a:rPr>
                <a:t>‘</a:t>
              </a:r>
              <a:r>
                <a:rPr lang="ko-KR" altLang="en-US" sz="1050">
                  <a:solidFill>
                    <a:srgbClr val="AACCAA"/>
                  </a:solidFill>
                  <a:ea typeface="Calibri"/>
                  <a:cs typeface="Calibri"/>
                </a:rPr>
                <a:t>나</a:t>
              </a:r>
              <a:r>
                <a:rPr lang="en-US" altLang="ko-KR" sz="1050">
                  <a:solidFill>
                    <a:srgbClr val="AACCAA"/>
                  </a:solidFill>
                  <a:ea typeface="Calibri"/>
                  <a:cs typeface="Calibri"/>
                </a:rPr>
                <a:t>’</a:t>
              </a:r>
              <a:r>
                <a:rPr lang="ko-KR" altLang="en-US" sz="1050">
                  <a:solidFill>
                    <a:srgbClr val="AACCAA"/>
                  </a:solidFill>
                  <a:ea typeface="Calibri"/>
                  <a:cs typeface="Calibri"/>
                </a:rPr>
                <a:t>를 표현한다</a:t>
              </a:r>
            </a:p>
          </p:txBody>
        </p:sp>
        <p:sp>
          <p:nvSpPr>
            <p:cNvPr id="21" name="Text 19"/>
            <p:cNvSpPr/>
            <p:nvPr/>
          </p:nvSpPr>
          <p:spPr>
            <a:xfrm>
              <a:off x="594360" y="4096512"/>
              <a:ext cx="384048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200" b="1">
                  <a:solidFill>
                    <a:srgbClr val="00C73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</a:t>
              </a:r>
              <a:endParaRPr lang="en-US" sz="2200"/>
            </a:p>
          </p:txBody>
        </p:sp>
        <p:sp>
          <p:nvSpPr>
            <p:cNvPr id="22" name="Text 20"/>
            <p:cNvSpPr/>
            <p:nvPr/>
          </p:nvSpPr>
          <p:spPr>
            <a:xfrm>
              <a:off x="987552" y="4096512"/>
              <a:ext cx="1280160" cy="47548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84FFE2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·ommerce</a:t>
              </a:r>
              <a:endParaRPr lang="en-US" sz="1400"/>
            </a:p>
          </p:txBody>
        </p:sp>
        <p:sp>
          <p:nvSpPr>
            <p:cNvPr id="23" name="Text 21"/>
            <p:cNvSpPr/>
            <p:nvPr/>
          </p:nvSpPr>
          <p:spPr>
            <a:xfrm>
              <a:off x="2286000" y="4096512"/>
              <a:ext cx="2057400" cy="475488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ko-KR" altLang="en-US" sz="1050">
                  <a:solidFill>
                    <a:srgbClr val="AACCAA"/>
                  </a:solidFill>
                  <a:ea typeface="Calibri"/>
                  <a:cs typeface="Calibri"/>
                </a:rPr>
                <a:t>나를 위한 커머스</a:t>
              </a:r>
            </a:p>
          </p:txBody>
        </p:sp>
      </p:grpSp>
      <p:sp>
        <p:nvSpPr>
          <p:cNvPr id="24" name="Shape 22"/>
          <p:cNvSpPr/>
          <p:nvPr/>
        </p:nvSpPr>
        <p:spPr>
          <a:xfrm>
            <a:off x="4736592" y="1188720"/>
            <a:ext cx="4041648" cy="1133856"/>
          </a:xfrm>
          <a:prstGeom prst="rect">
            <a:avLst/>
          </a:prstGeom>
          <a:solidFill>
            <a:srgbClr val="00C73C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4892040" y="1298448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062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슬로건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4892040" y="1609344"/>
            <a:ext cx="3703320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ko-KR" altLang="en-US" sz="1600" b="1">
                <a:solidFill>
                  <a:srgbClr val="062714"/>
                </a:solidFill>
                <a:latin typeface="Calibri"/>
                <a:ea typeface="Calibri" pitchFamily="34" charset="-122"/>
                <a:cs typeface="Calibri"/>
              </a:rPr>
              <a:t>'진짜 너 *마늘 위한 쇼핑을 보여줄게'</a:t>
            </a:r>
            <a:endParaRPr lang="en-US" sz="1600" b="1">
              <a:solidFill>
                <a:srgbClr val="062714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4736592" y="2450592"/>
            <a:ext cx="4041648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892040" y="256032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26년 자산 재정의</a:t>
            </a:r>
            <a:endParaRPr lang="en-US" sz="1000"/>
          </a:p>
        </p:txBody>
      </p:sp>
      <p:sp>
        <p:nvSpPr>
          <p:cNvPr id="29" name="Text 27"/>
          <p:cNvSpPr/>
          <p:nvPr/>
        </p:nvSpPr>
        <p:spPr>
          <a:xfrm>
            <a:off x="4892040" y="2871216"/>
            <a:ext cx="3703320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600" b="1">
                <a:solidFill>
                  <a:srgbClr val="1A2B1A"/>
                </a:solidFill>
                <a:latin typeface="Calibri"/>
                <a:ea typeface="Calibri"/>
                <a:cs typeface="Calibri"/>
              </a:rPr>
              <a:t>"26년이 </a:t>
            </a:r>
            <a:r>
              <a:rPr lang="en-US" sz="1600" b="1" err="1">
                <a:solidFill>
                  <a:srgbClr val="1A2B1A"/>
                </a:solidFill>
                <a:latin typeface="Calibri"/>
                <a:ea typeface="Calibri"/>
                <a:cs typeface="Calibri"/>
              </a:rPr>
              <a:t>기억하는</a:t>
            </a:r>
            <a:r>
              <a:rPr lang="en-US" sz="1600" b="1">
                <a:solidFill>
                  <a:srgbClr val="1A2B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 err="1">
                <a:solidFill>
                  <a:srgbClr val="1A2B1A"/>
                </a:solidFill>
                <a:latin typeface="Calibri"/>
                <a:ea typeface="Calibri"/>
                <a:cs typeface="Calibri"/>
              </a:rPr>
              <a:t>당신의</a:t>
            </a:r>
            <a:r>
              <a:rPr lang="en-US" sz="1600" b="1">
                <a:solidFill>
                  <a:srgbClr val="1A2B1A"/>
                </a:solidFill>
                <a:latin typeface="Calibri"/>
                <a:ea typeface="Calibri"/>
                <a:cs typeface="Calibri"/>
              </a:rPr>
              <a:t> </a:t>
            </a:r>
            <a:r>
              <a:rPr lang="en-US" altLang="ko-KR" sz="1600" b="1">
                <a:solidFill>
                  <a:srgbClr val="1A2B1A"/>
                </a:solidFill>
                <a:latin typeface="Calibri"/>
                <a:ea typeface="Calibri"/>
                <a:cs typeface="Calibri"/>
              </a:rPr>
              <a:t>*</a:t>
            </a:r>
            <a:r>
              <a:rPr lang="ko-KR" altLang="en-US" sz="1600" b="1">
                <a:solidFill>
                  <a:srgbClr val="1A2B1A"/>
                </a:solidFill>
                <a:latin typeface="Calibri"/>
                <a:ea typeface="Calibri"/>
                <a:cs typeface="Calibri"/>
              </a:rPr>
              <a:t>마늘</a:t>
            </a:r>
            <a:r>
              <a:rPr lang="en-US" altLang="ko-KR" sz="1600" b="1">
                <a:solidFill>
                  <a:srgbClr val="1A2B1A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600" b="1">
                <a:solidFill>
                  <a:srgbClr val="1A2B1A"/>
                </a:solidFill>
                <a:latin typeface="Calibri"/>
                <a:ea typeface="Calibri"/>
                <a:cs typeface="Calibri"/>
              </a:rPr>
              <a:t>DNA"</a:t>
            </a:r>
          </a:p>
        </p:txBody>
      </p:sp>
      <p:sp>
        <p:nvSpPr>
          <p:cNvPr id="30" name="Shape 28"/>
          <p:cNvSpPr/>
          <p:nvPr/>
        </p:nvSpPr>
        <p:spPr>
          <a:xfrm>
            <a:off x="4736592" y="3712464"/>
            <a:ext cx="4041648" cy="1133856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/>
          <p:nvPr/>
        </p:nvSpPr>
        <p:spPr>
          <a:xfrm>
            <a:off x="4892040" y="3822192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뿌리 선언</a:t>
            </a:r>
            <a:endParaRPr lang="en-US" sz="1000"/>
          </a:p>
        </p:txBody>
      </p:sp>
      <p:sp>
        <p:nvSpPr>
          <p:cNvPr id="32" name="Text 30"/>
          <p:cNvSpPr/>
          <p:nvPr/>
        </p:nvSpPr>
        <p:spPr>
          <a:xfrm>
            <a:off x="4892040" y="4133088"/>
            <a:ext cx="3703320" cy="62179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1A2B1A"/>
                </a:solidFill>
                <a:latin typeface="Calibri"/>
                <a:ea typeface="Calibri"/>
                <a:cs typeface="Calibri"/>
              </a:rPr>
              <a:t>"GARLIC: </a:t>
            </a:r>
            <a:r>
              <a:rPr lang="en-US" sz="1600" b="1" strike="sngStrike">
                <a:solidFill>
                  <a:srgbClr val="1A2B1A"/>
                </a:solidFill>
                <a:latin typeface="Calibri"/>
                <a:ea typeface="Calibri"/>
                <a:cs typeface="Calibri"/>
              </a:rPr>
              <a:t>Rooted in Korea</a:t>
            </a:r>
            <a:r>
              <a:rPr lang="en-US" sz="1600" b="1">
                <a:solidFill>
                  <a:srgbClr val="1A2B1A"/>
                </a:solidFill>
                <a:latin typeface="Calibri"/>
                <a:ea typeface="Calibri"/>
                <a:cs typeface="Calibri"/>
              </a:rPr>
              <a:t>"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117BE15-2B43-FDC7-2CB3-9AD99676A78D}"/>
              </a:ext>
            </a:extLst>
          </p:cNvPr>
          <p:cNvSpPr txBox="1"/>
          <p:nvPr/>
        </p:nvSpPr>
        <p:spPr>
          <a:xfrm>
            <a:off x="1282525" y="4939610"/>
            <a:ext cx="274319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 err="1">
                <a:ea typeface="맑은 고딕"/>
                <a:cs typeface="Calibri"/>
              </a:rPr>
              <a:t>아이코닉</a:t>
            </a:r>
            <a:r>
              <a:rPr lang="ko-KR" altLang="en-US">
                <a:ea typeface="맑은 고딕"/>
                <a:cs typeface="Calibri"/>
              </a:rPr>
              <a:t> 브랜드 정체성만 좀 </a:t>
            </a:r>
            <a:r>
              <a:rPr lang="ko-KR" altLang="en-US" err="1">
                <a:ea typeface="맑은 고딕"/>
                <a:cs typeface="Calibri"/>
              </a:rPr>
              <a:t>어케</a:t>
            </a:r>
            <a:r>
              <a:rPr lang="ko-KR" altLang="en-US">
                <a:ea typeface="맑은 고딕"/>
                <a:cs typeface="Calibri"/>
              </a:rPr>
              <a:t> 해보려는 중</a:t>
            </a:r>
          </a:p>
        </p:txBody>
      </p:sp>
      <p:pic>
        <p:nvPicPr>
          <p:cNvPr id="35" name="그림 34">
            <a:extLst>
              <a:ext uri="{FF2B5EF4-FFF2-40B4-BE49-F238E27FC236}">
                <a16:creationId xmlns:a16="http://schemas.microsoft.com/office/drawing/2014/main" id="{F0F461B0-8BE7-4480-4BA2-E8D2B1210D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383600" y="172713"/>
            <a:ext cx="3381375" cy="3028950"/>
          </a:xfrm>
          <a:prstGeom prst="rect">
            <a:avLst/>
          </a:prstGeom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AB6C6BC2-89B8-14B3-929A-95A3C9A0CA6F}"/>
              </a:ext>
            </a:extLst>
          </p:cNvPr>
          <p:cNvSpPr txBox="1"/>
          <p:nvPr/>
        </p:nvSpPr>
        <p:spPr>
          <a:xfrm>
            <a:off x="-2283952" y="3180472"/>
            <a:ext cx="2743199" cy="19236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ko-KR" altLang="en-US">
                <a:ea typeface="맑은 고딕"/>
                <a:cs typeface="Calibri"/>
              </a:rPr>
              <a:t>Iconic </a:t>
            </a:r>
            <a:endParaRPr lang="ko-KR"/>
          </a:p>
          <a:p>
            <a:r>
              <a:rPr lang="ko-KR" altLang="en-US">
                <a:ea typeface="맑은 고딕"/>
                <a:cs typeface="Calibri"/>
              </a:rPr>
              <a:t>I love you </a:t>
            </a:r>
          </a:p>
          <a:p>
            <a:r>
              <a:rPr lang="ko-KR" altLang="en-US">
                <a:ea typeface="맑은 고딕"/>
                <a:cs typeface="Calibri"/>
              </a:rPr>
              <a:t>Icecream 맛있는</a:t>
            </a:r>
          </a:p>
          <a:p>
            <a:r>
              <a:rPr lang="ko-KR" altLang="en-US">
                <a:ea typeface="맑은 고딕"/>
                <a:cs typeface="Calibri"/>
              </a:rPr>
              <a:t>If</a:t>
            </a:r>
          </a:p>
          <a:p>
            <a:r>
              <a:rPr lang="ko-KR" altLang="en-US">
                <a:ea typeface="맑은 고딕"/>
                <a:cs typeface="Calibri"/>
              </a:rPr>
              <a:t>Ideal 이상적인?</a:t>
            </a:r>
          </a:p>
          <a:p>
            <a:r>
              <a:rPr lang="ko-KR" altLang="en-US">
                <a:ea typeface="맑은 고딕"/>
                <a:cs typeface="Calibri"/>
              </a:rPr>
              <a:t>Imagine</a:t>
            </a:r>
            <a:r>
              <a:rPr lang="ko-KR" sz="1100" b="1">
                <a:solidFill>
                  <a:srgbClr val="767676"/>
                </a:solidFill>
                <a:highlight>
                  <a:srgbClr val="FFFFFF"/>
                </a:highlight>
                <a:latin typeface="Arial"/>
                <a:ea typeface="맑은 고딕"/>
                <a:cs typeface="Arial"/>
              </a:rPr>
              <a:t>상상하는 모든 거래가 가능해지는 플랫폼</a:t>
            </a:r>
            <a:endParaRPr lang="ko-KR" altLang="en-US">
              <a:ea typeface="맑은 고딕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6271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4F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핵심 아이디어  |  비포 / 에프터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무엇을, 어떻게 바꾸는가</a:t>
            </a:r>
            <a:endParaRPr lang="en-US" sz="3000"/>
          </a:p>
        </p:txBody>
      </p:sp>
      <p:sp>
        <p:nvSpPr>
          <p:cNvPr id="5" name="Shape 3"/>
          <p:cNvSpPr/>
          <p:nvPr/>
        </p:nvSpPr>
        <p:spPr>
          <a:xfrm>
            <a:off x="457200" y="1170432"/>
            <a:ext cx="3657600" cy="438912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457200" y="1170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AS-IS  |  G마켓 (지금)</a:t>
            </a:r>
            <a:endParaRPr lang="en-US" sz="1400"/>
          </a:p>
        </p:txBody>
      </p:sp>
      <p:sp>
        <p:nvSpPr>
          <p:cNvPr id="7" name="Text 5"/>
          <p:cNvSpPr/>
          <p:nvPr/>
        </p:nvSpPr>
        <p:spPr>
          <a:xfrm>
            <a:off x="4069080" y="1115568"/>
            <a:ext cx="1005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>
                <a:solidFill>
                  <a:srgbClr val="062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/>
          </a:p>
        </p:txBody>
      </p:sp>
      <p:sp>
        <p:nvSpPr>
          <p:cNvPr id="8" name="Shape 6"/>
          <p:cNvSpPr/>
          <p:nvPr/>
        </p:nvSpPr>
        <p:spPr>
          <a:xfrm>
            <a:off x="5029200" y="1170432"/>
            <a:ext cx="3657600" cy="438912"/>
          </a:xfrm>
          <a:prstGeom prst="rect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5029200" y="1170432"/>
            <a:ext cx="3657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TO-BE  |  GARLIC (목표)</a:t>
            </a:r>
            <a:endParaRPr lang="en-US" sz="1400"/>
          </a:p>
        </p:txBody>
      </p:sp>
      <p:sp>
        <p:nvSpPr>
          <p:cNvPr id="10" name="Shape 8"/>
          <p:cNvSpPr/>
          <p:nvPr/>
        </p:nvSpPr>
        <p:spPr>
          <a:xfrm>
            <a:off x="457200" y="1719072"/>
            <a:ext cx="3657600" cy="1005840"/>
          </a:xfrm>
          <a:prstGeom prst="rect">
            <a:avLst/>
          </a:prstGeom>
          <a:solidFill>
            <a:srgbClr val="F9FB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5029200" y="1719072"/>
            <a:ext cx="3657600" cy="1005840"/>
          </a:xfrm>
          <a:prstGeom prst="rect">
            <a:avLst/>
          </a:prstGeom>
          <a:solidFill>
            <a:srgbClr val="F0FB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66928" y="1792224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검색·추천 기준</a:t>
            </a:r>
            <a:endParaRPr lang="en-US" sz="1100"/>
          </a:p>
        </p:txBody>
      </p:sp>
      <p:sp>
        <p:nvSpPr>
          <p:cNvPr id="13" name="Text 11"/>
          <p:cNvSpPr/>
          <p:nvPr/>
        </p:nvSpPr>
        <p:spPr>
          <a:xfrm>
            <a:off x="566928" y="2103120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광고 노출순 정렬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셀러 비용 우선 반영</a:t>
            </a:r>
            <a:endParaRPr lang="en-US" sz="1250"/>
          </a:p>
        </p:txBody>
      </p:sp>
      <p:sp>
        <p:nvSpPr>
          <p:cNvPr id="14" name="Text 12"/>
          <p:cNvSpPr/>
          <p:nvPr/>
        </p:nvSpPr>
        <p:spPr>
          <a:xfrm>
            <a:off x="5138928" y="1975104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나의 취향·맥락 기반</a:t>
            </a:r>
            <a:endParaRPr lang="en-US" sz="1300"/>
          </a:p>
          <a:p>
            <a:pPr marL="0" indent="0">
              <a:buNone/>
            </a:pPr>
            <a:r>
              <a:rPr lang="en-US" sz="13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개인화 추천</a:t>
            </a:r>
            <a:endParaRPr lang="en-US" sz="1300"/>
          </a:p>
        </p:txBody>
      </p:sp>
      <p:sp>
        <p:nvSpPr>
          <p:cNvPr id="15" name="Shape 13"/>
          <p:cNvSpPr/>
          <p:nvPr/>
        </p:nvSpPr>
        <p:spPr>
          <a:xfrm>
            <a:off x="457200" y="2798064"/>
            <a:ext cx="3657600" cy="10058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5029200" y="2798064"/>
            <a:ext cx="3657600" cy="1005840"/>
          </a:xfrm>
          <a:prstGeom prst="rect">
            <a:avLst/>
          </a:prstGeom>
          <a:solidFill>
            <a:srgbClr val="F6FFF8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566928" y="2871216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셀러 관계</a:t>
            </a:r>
            <a:endParaRPr lang="en-US" sz="1100"/>
          </a:p>
        </p:txBody>
      </p:sp>
      <p:sp>
        <p:nvSpPr>
          <p:cNvPr id="18" name="Text 16"/>
          <p:cNvSpPr/>
          <p:nvPr/>
        </p:nvSpPr>
        <p:spPr>
          <a:xfrm>
            <a:off x="566928" y="3182112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매출 순위 위주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중소 셀러 노출 한계</a:t>
            </a:r>
            <a:endParaRPr lang="en-US" sz="1250"/>
          </a:p>
        </p:txBody>
      </p:sp>
      <p:sp>
        <p:nvSpPr>
          <p:cNvPr id="19" name="Text 17"/>
          <p:cNvSpPr/>
          <p:nvPr/>
        </p:nvSpPr>
        <p:spPr>
          <a:xfrm>
            <a:off x="5138928" y="3054096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성장 파트너 시스템</a:t>
            </a:r>
            <a:endParaRPr lang="en-US" sz="1300"/>
          </a:p>
          <a:p>
            <a:pPr marL="0" indent="0">
              <a:buNone/>
            </a:pPr>
            <a:r>
              <a:rPr lang="en-US" sz="13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취향 연결 큐레이션</a:t>
            </a:r>
            <a:endParaRPr lang="en-US" sz="1300"/>
          </a:p>
        </p:txBody>
      </p:sp>
      <p:sp>
        <p:nvSpPr>
          <p:cNvPr id="20" name="Shape 18"/>
          <p:cNvSpPr/>
          <p:nvPr/>
        </p:nvSpPr>
        <p:spPr>
          <a:xfrm>
            <a:off x="457200" y="3877056"/>
            <a:ext cx="3657600" cy="1005840"/>
          </a:xfrm>
          <a:prstGeom prst="rect">
            <a:avLst/>
          </a:prstGeom>
          <a:solidFill>
            <a:srgbClr val="F9FBFA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029200" y="3877056"/>
            <a:ext cx="3657600" cy="1005840"/>
          </a:xfrm>
          <a:prstGeom prst="rect">
            <a:avLst/>
          </a:prstGeom>
          <a:solidFill>
            <a:srgbClr val="F0FBF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566928" y="3950208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유저 경험</a:t>
            </a:r>
            <a:endParaRPr lang="en-US" sz="1100"/>
          </a:p>
        </p:txBody>
      </p:sp>
      <p:sp>
        <p:nvSpPr>
          <p:cNvPr id="23" name="Text 21"/>
          <p:cNvSpPr/>
          <p:nvPr/>
        </p:nvSpPr>
        <p:spPr>
          <a:xfrm>
            <a:off x="566928" y="4261104"/>
            <a:ext cx="34290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검색·탐색 피로감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정보 과부하 → 이탈</a:t>
            </a:r>
            <a:endParaRPr lang="en-US" sz="1250"/>
          </a:p>
        </p:txBody>
      </p:sp>
      <p:sp>
        <p:nvSpPr>
          <p:cNvPr id="24" name="Text 22"/>
          <p:cNvSpPr/>
          <p:nvPr/>
        </p:nvSpPr>
        <p:spPr>
          <a:xfrm>
            <a:off x="5138928" y="4133088"/>
            <a:ext cx="3429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고민 없는 발견</a:t>
            </a:r>
            <a:endParaRPr lang="en-US" sz="1300"/>
          </a:p>
          <a:p>
            <a:pPr marL="0" indent="0">
              <a:buNone/>
            </a:pPr>
            <a:r>
              <a:rPr lang="en-US" sz="13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살아있는 앱 UI</a:t>
            </a:r>
            <a:endParaRPr lang="en-US" sz="13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2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5303520" cy="5303520"/>
          </a:xfrm>
          <a:prstGeom prst="ellipse">
            <a:avLst/>
          </a:prstGeom>
          <a:solidFill>
            <a:srgbClr val="0D4A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800" b="1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80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방안</a:t>
            </a:r>
            <a:endParaRPr lang="en-US" sz="520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84F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어떻게 구현할 것인가?  —  3단계 로드맵</a:t>
            </a:r>
            <a:endParaRPr 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6271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4F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실행 방안  |  3단계 로드맵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100일의 여정 — 죽음에서 부활까지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777240" y="2167128"/>
            <a:ext cx="7589520" cy="91440"/>
          </a:xfrm>
          <a:prstGeom prst="rect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731520" y="2029968"/>
            <a:ext cx="365760" cy="365760"/>
          </a:xfrm>
          <a:prstGeom prst="ellipse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-347472" y="2578608"/>
            <a:ext cx="2633472" cy="23957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-347472" y="2578608"/>
            <a:ext cx="2633472" cy="109728"/>
          </a:xfrm>
          <a:prstGeom prst="rect">
            <a:avLst/>
          </a:prstGeom>
          <a:solidFill>
            <a:srgbClr val="E84A5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-219456" y="2724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E84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100"/>
          </a:p>
        </p:txBody>
      </p:sp>
      <p:sp>
        <p:nvSpPr>
          <p:cNvPr id="10" name="Text 8"/>
          <p:cNvSpPr/>
          <p:nvPr/>
        </p:nvSpPr>
        <p:spPr>
          <a:xfrm>
            <a:off x="-219456" y="299923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Funeral</a:t>
            </a:r>
            <a:endParaRPr lang="en-US" sz="1700"/>
          </a:p>
        </p:txBody>
      </p:sp>
      <p:sp>
        <p:nvSpPr>
          <p:cNvPr id="11" name="Text 9"/>
          <p:cNvSpPr/>
          <p:nvPr/>
        </p:nvSpPr>
        <p:spPr>
          <a:xfrm>
            <a:off x="-219456" y="34015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D-day ~ 1주  |  즉시 실행</a:t>
            </a:r>
            <a:endParaRPr lang="en-US" sz="1000"/>
          </a:p>
        </p:txBody>
      </p:sp>
      <p:sp>
        <p:nvSpPr>
          <p:cNvPr id="12" name="Text 10"/>
          <p:cNvSpPr/>
          <p:nvPr/>
        </p:nvSpPr>
        <p:spPr>
          <a:xfrm>
            <a:off x="-219456" y="3675888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남산</a:t>
            </a:r>
            <a:r>
              <a:rPr lang="en-US" sz="120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200" err="1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퇴마식</a:t>
            </a:r>
            <a:r>
              <a:rPr lang="en-US" sz="120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퍼포먼스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'G마켓 1999–2025'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마늘 배포 → 화제성 극대화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GARLIC 부활 선언</a:t>
            </a:r>
            <a:endParaRPr lang="en-US" sz="1200"/>
          </a:p>
        </p:txBody>
      </p:sp>
      <p:sp>
        <p:nvSpPr>
          <p:cNvPr id="13" name="Shape 11"/>
          <p:cNvSpPr/>
          <p:nvPr/>
        </p:nvSpPr>
        <p:spPr>
          <a:xfrm>
            <a:off x="3611880" y="2029968"/>
            <a:ext cx="365760" cy="365760"/>
          </a:xfrm>
          <a:prstGeom prst="ellipse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2532888" y="2578608"/>
            <a:ext cx="2633472" cy="23957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2532888" y="2578608"/>
            <a:ext cx="2633472" cy="109728"/>
          </a:xfrm>
          <a:prstGeom prst="rect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2660904" y="2724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0C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100"/>
          </a:p>
        </p:txBody>
      </p:sp>
      <p:sp>
        <p:nvSpPr>
          <p:cNvPr id="17" name="Text 15"/>
          <p:cNvSpPr/>
          <p:nvPr/>
        </p:nvSpPr>
        <p:spPr>
          <a:xfrm>
            <a:off x="2660904" y="299923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100일 이벤트</a:t>
            </a:r>
            <a:endParaRPr lang="en-US" sz="1700"/>
          </a:p>
        </p:txBody>
      </p:sp>
      <p:sp>
        <p:nvSpPr>
          <p:cNvPr id="18" name="Text 16"/>
          <p:cNvSpPr/>
          <p:nvPr/>
        </p:nvSpPr>
        <p:spPr>
          <a:xfrm>
            <a:off x="2660904" y="34015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단기  |  1주 ~ D+100</a:t>
            </a:r>
            <a:endParaRPr lang="en-US" sz="1000"/>
          </a:p>
        </p:txBody>
      </p:sp>
      <p:sp>
        <p:nvSpPr>
          <p:cNvPr id="19" name="Text 17"/>
          <p:cNvSpPr/>
          <p:nvPr/>
        </p:nvSpPr>
        <p:spPr>
          <a:xfrm>
            <a:off x="2660904" y="3675888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단군신화 오마주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마늘 출석 시스템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갈릭 키우기 (</a:t>
            </a:r>
            <a:r>
              <a:rPr lang="en-US" sz="1200" err="1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다마고치</a:t>
            </a:r>
            <a:r>
              <a:rPr lang="en-US" sz="120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0" indent="0">
              <a:buNone/>
            </a:pPr>
            <a:r>
              <a:rPr lang="en-US" sz="1200" err="1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캐릭터</a:t>
            </a:r>
            <a:r>
              <a:rPr lang="en-US" sz="120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3단계 </a:t>
            </a:r>
            <a:r>
              <a:rPr lang="en-US" sz="1200" err="1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진화</a:t>
            </a:r>
            <a:endParaRPr lang="en-US" sz="1200"/>
          </a:p>
        </p:txBody>
      </p:sp>
      <p:sp>
        <p:nvSpPr>
          <p:cNvPr id="20" name="Shape 18"/>
          <p:cNvSpPr/>
          <p:nvPr/>
        </p:nvSpPr>
        <p:spPr>
          <a:xfrm>
            <a:off x="6492240" y="2029968"/>
            <a:ext cx="365760" cy="365760"/>
          </a:xfrm>
          <a:prstGeom prst="ellipse">
            <a:avLst/>
          </a:prstGeom>
          <a:solidFill>
            <a:srgbClr val="06271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5413248" y="2578608"/>
            <a:ext cx="2633472" cy="239572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20"/>
          <p:cNvSpPr/>
          <p:nvPr/>
        </p:nvSpPr>
        <p:spPr>
          <a:xfrm>
            <a:off x="5413248" y="2578608"/>
            <a:ext cx="2633472" cy="109728"/>
          </a:xfrm>
          <a:prstGeom prst="rect">
            <a:avLst/>
          </a:prstGeom>
          <a:solidFill>
            <a:srgbClr val="06271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1"/>
          <p:cNvSpPr/>
          <p:nvPr/>
        </p:nvSpPr>
        <p:spPr>
          <a:xfrm>
            <a:off x="5541264" y="272491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>
                <a:solidFill>
                  <a:srgbClr val="0627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5541264" y="2999232"/>
            <a:ext cx="23774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자산화</a:t>
            </a:r>
            <a:endParaRPr lang="en-US" sz="1700"/>
          </a:p>
        </p:txBody>
      </p:sp>
      <p:sp>
        <p:nvSpPr>
          <p:cNvPr id="25" name="Text 23"/>
          <p:cNvSpPr/>
          <p:nvPr/>
        </p:nvSpPr>
        <p:spPr>
          <a:xfrm>
            <a:off x="5541264" y="3401568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중장기  |  1년 이상</a:t>
            </a:r>
            <a:endParaRPr lang="en-US" sz="1000"/>
          </a:p>
        </p:txBody>
      </p:sp>
      <p:sp>
        <p:nvSpPr>
          <p:cNvPr id="26" name="Text 24"/>
          <p:cNvSpPr/>
          <p:nvPr/>
        </p:nvSpPr>
        <p:spPr>
          <a:xfrm>
            <a:off x="5541264" y="3675888"/>
            <a:ext cx="23774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err="1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갈릭</a:t>
            </a:r>
            <a:r>
              <a:rPr lang="en-US" sz="120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데이</a:t>
            </a:r>
            <a:r>
              <a:rPr lang="en-US" sz="120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정기</a:t>
            </a:r>
            <a:r>
              <a:rPr lang="en-US" sz="120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err="1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행사</a:t>
            </a:r>
            <a:r>
              <a:rPr lang="en-US" sz="120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(4/19</a:t>
            </a:r>
            <a:r>
              <a:rPr lang="ko-KR" altLang="en-US" sz="120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세계 마늘의 날</a:t>
            </a:r>
            <a:r>
              <a:rPr lang="en-US" altLang="ko-KR" sz="120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의성 GARLIC Park</a:t>
            </a:r>
            <a:endParaRPr lang="en-US" sz="1200"/>
          </a:p>
          <a:p>
            <a:pPr marL="0" indent="0">
              <a:buNone/>
            </a:pPr>
            <a:r>
              <a:rPr lang="en-US" sz="1200" err="1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마늘</a:t>
            </a:r>
            <a:r>
              <a:rPr lang="en-US" sz="120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화폐 시스템</a:t>
            </a:r>
            <a:endParaRPr lang="en-US" sz="1200"/>
          </a:p>
        </p:txBody>
      </p:sp>
      <p:sp>
        <p:nvSpPr>
          <p:cNvPr id="27" name="Shape 25"/>
          <p:cNvSpPr/>
          <p:nvPr/>
        </p:nvSpPr>
        <p:spPr>
          <a:xfrm>
            <a:off x="0" y="4773168"/>
            <a:ext cx="9144000" cy="329184"/>
          </a:xfrm>
          <a:prstGeom prst="rect">
            <a:avLst/>
          </a:prstGeom>
          <a:solidFill>
            <a:srgbClr val="06271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6"/>
          <p:cNvSpPr/>
          <p:nvPr/>
        </p:nvSpPr>
        <p:spPr>
          <a:xfrm>
            <a:off x="457200" y="4773168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>
                <a:solidFill>
                  <a:srgbClr val="84F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적용 영역  |  모바일·앱  ·  SNS 캠페인  ·  오프라인 퍼포먼스  ·  </a:t>
            </a:r>
            <a:r>
              <a:rPr lang="en-US" sz="1000" err="1">
                <a:solidFill>
                  <a:srgbClr val="84F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오프라인</a:t>
            </a:r>
            <a:r>
              <a:rPr lang="en-US" sz="1000">
                <a:solidFill>
                  <a:srgbClr val="84F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파크  ·  셀러 파트너십</a:t>
            </a:r>
            <a:endParaRPr lang="en-US" sz="1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6271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4F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실행 방안  |  Phase 2 상세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100일 이벤트 — 단군신화 오마주</a:t>
            </a:r>
            <a:endParaRPr lang="en-US" sz="260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"곰은 100일 동안 마늘을 먹고 사람이 되었다. GARLIC도 100일을 고객과 함께 진화한다."</a:t>
            </a:r>
            <a:endParaRPr lang="en-US" sz="120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4041648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57200" y="1600200"/>
            <a:ext cx="82296" cy="1600200"/>
          </a:xfrm>
          <a:prstGeom prst="rect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/>
          <p:nvPr/>
        </p:nvSpPr>
        <p:spPr>
          <a:xfrm>
            <a:off x="658368" y="17099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마늘 출석 시스템</a:t>
            </a:r>
            <a:endParaRPr lang="en-US" sz="1500"/>
          </a:p>
        </p:txBody>
      </p:sp>
      <p:sp>
        <p:nvSpPr>
          <p:cNvPr id="9" name="Text 7"/>
          <p:cNvSpPr/>
          <p:nvPr/>
        </p:nvSpPr>
        <p:spPr>
          <a:xfrm>
            <a:off x="658368" y="21488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매일 1알 → 10알 = 한 쪽(쿠폰)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100일 완성 = 특별 보상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리텐션 극대화</a:t>
            </a:r>
            <a:endParaRPr lang="en-US" sz="1250"/>
          </a:p>
        </p:txBody>
      </p:sp>
      <p:sp>
        <p:nvSpPr>
          <p:cNvPr id="10" name="Shape 8"/>
          <p:cNvSpPr/>
          <p:nvPr/>
        </p:nvSpPr>
        <p:spPr>
          <a:xfrm>
            <a:off x="4800600" y="1600200"/>
            <a:ext cx="4041648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4800600" y="1600200"/>
            <a:ext cx="82296" cy="1600200"/>
          </a:xfrm>
          <a:prstGeom prst="rect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5001768" y="170992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갈릭 키우기 (다마고치)</a:t>
            </a:r>
            <a:endParaRPr lang="en-US" sz="1500"/>
          </a:p>
        </p:txBody>
      </p:sp>
      <p:sp>
        <p:nvSpPr>
          <p:cNvPr id="13" name="Text 11"/>
          <p:cNvSpPr/>
          <p:nvPr/>
        </p:nvSpPr>
        <p:spPr>
          <a:xfrm>
            <a:off x="5001768" y="214884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앱 방문 → 물 주기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장바구니 담기 → 밥 주기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미니게임 → 포인트 적립</a:t>
            </a:r>
            <a:endParaRPr lang="en-US" sz="1250"/>
          </a:p>
        </p:txBody>
      </p:sp>
      <p:sp>
        <p:nvSpPr>
          <p:cNvPr id="14" name="Shape 12"/>
          <p:cNvSpPr/>
          <p:nvPr/>
        </p:nvSpPr>
        <p:spPr>
          <a:xfrm>
            <a:off x="457200" y="3355848"/>
            <a:ext cx="4041648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57200" y="3355848"/>
            <a:ext cx="82296" cy="1600200"/>
          </a:xfrm>
          <a:prstGeom prst="rect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658368" y="34655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캐릭터 3단계 진화</a:t>
            </a:r>
            <a:endParaRPr lang="en-US" sz="1500"/>
          </a:p>
        </p:txBody>
      </p:sp>
      <p:sp>
        <p:nvSpPr>
          <p:cNvPr id="17" name="Text 15"/>
          <p:cNvSpPr/>
          <p:nvPr/>
        </p:nvSpPr>
        <p:spPr>
          <a:xfrm>
            <a:off x="658368" y="39044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꼬마마늘  (Day 1~33)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갈릭프렌즈  (Day 34~66)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마늘요정  (Day 67~100)</a:t>
            </a:r>
            <a:endParaRPr lang="en-US" sz="1250"/>
          </a:p>
        </p:txBody>
      </p:sp>
      <p:sp>
        <p:nvSpPr>
          <p:cNvPr id="18" name="Shape 16"/>
          <p:cNvSpPr/>
          <p:nvPr/>
        </p:nvSpPr>
        <p:spPr>
          <a:xfrm>
            <a:off x="4800600" y="3355848"/>
            <a:ext cx="4041648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4800600" y="3355848"/>
            <a:ext cx="82296" cy="1600200"/>
          </a:xfrm>
          <a:prstGeom prst="rect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/>
          <p:nvPr/>
        </p:nvSpPr>
        <p:spPr>
          <a:xfrm>
            <a:off x="5001768" y="34655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10일마다 기능 론칭</a:t>
            </a:r>
            <a:endParaRPr lang="en-US" sz="1500"/>
          </a:p>
        </p:txBody>
      </p:sp>
      <p:sp>
        <p:nvSpPr>
          <p:cNvPr id="21" name="Text 19"/>
          <p:cNvSpPr/>
          <p:nvPr/>
        </p:nvSpPr>
        <p:spPr>
          <a:xfrm>
            <a:off x="5001768" y="3904488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순차 신기능 공개로 지속 이슈화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매 10일 기대감 사이클 설계</a:t>
            </a:r>
            <a:endParaRPr lang="en-US" sz="1250"/>
          </a:p>
          <a:p>
            <a:pPr marL="0" indent="0">
              <a:buNone/>
            </a:pPr>
            <a:r>
              <a:rPr lang="en-US" sz="12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미디어 바이럴 유지</a:t>
            </a:r>
            <a:endParaRPr lang="en-US" sz="12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2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1097280"/>
            <a:ext cx="5303520" cy="5303520"/>
          </a:xfrm>
          <a:prstGeom prst="ellipse">
            <a:avLst/>
          </a:prstGeom>
          <a:solidFill>
            <a:srgbClr val="0D4A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32004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800" b="1">
                <a:solidFill>
                  <a:srgbClr val="0D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80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 효과</a:t>
            </a:r>
            <a:endParaRPr lang="en-US" sz="520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>
                <a:solidFill>
                  <a:srgbClr val="84F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G마켓, 이렇게 달라질 것입니다</a:t>
            </a:r>
            <a:endParaRPr lang="en-US" sz="20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8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47472"/>
          </a:xfrm>
          <a:prstGeom prst="rect">
            <a:avLst/>
          </a:prstGeom>
          <a:solidFill>
            <a:srgbClr val="06271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84F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기대 효과  |  정량 목표 &amp; 경쟁 우위</a:t>
            </a:r>
            <a:endParaRPr lang="en-US" sz="1100"/>
          </a:p>
        </p:txBody>
      </p:sp>
      <p:sp>
        <p:nvSpPr>
          <p:cNvPr id="4" name="Text 2"/>
          <p:cNvSpPr/>
          <p:nvPr/>
        </p:nvSpPr>
        <p:spPr>
          <a:xfrm>
            <a:off x="457200" y="47548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측정 가능한 성과 목표</a:t>
            </a:r>
            <a:endParaRPr lang="en-US" sz="280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883664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1883664" cy="91440"/>
          </a:xfrm>
          <a:prstGeom prst="rect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30352" y="12344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3600" b="1">
                <a:solidFill>
                  <a:srgbClr val="00C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+330</a:t>
            </a:r>
            <a:r>
              <a:rPr lang="ko-KR" altLang="en-US" sz="3600" b="1">
                <a:solidFill>
                  <a:srgbClr val="00C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만</a:t>
            </a:r>
            <a:endParaRPr lang="en-US" sz="3600"/>
          </a:p>
        </p:txBody>
      </p:sp>
      <p:sp>
        <p:nvSpPr>
          <p:cNvPr id="8" name="Text 6"/>
          <p:cNvSpPr/>
          <p:nvPr/>
        </p:nvSpPr>
        <p:spPr>
          <a:xfrm>
            <a:off x="530352" y="19202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1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신규</a:t>
            </a:r>
            <a:r>
              <a:rPr lang="en-US" altLang="ko-KR" sz="11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1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유입 </a:t>
            </a:r>
            <a:endParaRPr lang="en-US" sz="1100"/>
          </a:p>
        </p:txBody>
      </p:sp>
      <p:sp>
        <p:nvSpPr>
          <p:cNvPr id="9" name="Text 7"/>
          <p:cNvSpPr/>
          <p:nvPr/>
        </p:nvSpPr>
        <p:spPr>
          <a:xfrm>
            <a:off x="530352" y="22494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00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특히 </a:t>
            </a:r>
            <a:r>
              <a:rPr lang="en-US" sz="100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r>
              <a:rPr lang="ko-KR" altLang="en-US" sz="100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 핵심 타겟 확보</a:t>
            </a:r>
            <a:br>
              <a:rPr lang="en-US" altLang="ko-KR" sz="100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000"/>
          </a:p>
        </p:txBody>
      </p:sp>
      <p:sp>
        <p:nvSpPr>
          <p:cNvPr id="10" name="Shape 8"/>
          <p:cNvSpPr/>
          <p:nvPr/>
        </p:nvSpPr>
        <p:spPr>
          <a:xfrm>
            <a:off x="2514600" y="1097280"/>
            <a:ext cx="1883664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Shape 9"/>
          <p:cNvSpPr/>
          <p:nvPr/>
        </p:nvSpPr>
        <p:spPr>
          <a:xfrm>
            <a:off x="2514600" y="1097280"/>
            <a:ext cx="1883664" cy="91440"/>
          </a:xfrm>
          <a:prstGeom prst="rect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/>
          <p:nvPr/>
        </p:nvSpPr>
        <p:spPr>
          <a:xfrm>
            <a:off x="2587752" y="12344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C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3600"/>
          </a:p>
        </p:txBody>
      </p:sp>
      <p:sp>
        <p:nvSpPr>
          <p:cNvPr id="13" name="Text 11"/>
          <p:cNvSpPr/>
          <p:nvPr/>
        </p:nvSpPr>
        <p:spPr>
          <a:xfrm>
            <a:off x="2587752" y="19202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/>
              <a:t>D7  </a:t>
            </a:r>
            <a:r>
              <a:rPr lang="ko-KR" altLang="en-US" sz="1100" err="1"/>
              <a:t>리텐션</a:t>
            </a:r>
            <a:endParaRPr lang="en-US" sz="1100"/>
          </a:p>
        </p:txBody>
      </p:sp>
      <p:sp>
        <p:nvSpPr>
          <p:cNvPr id="15" name="Shape 13"/>
          <p:cNvSpPr/>
          <p:nvPr/>
        </p:nvSpPr>
        <p:spPr>
          <a:xfrm>
            <a:off x="4572000" y="1097280"/>
            <a:ext cx="1883664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1883664" cy="91440"/>
          </a:xfrm>
          <a:prstGeom prst="rect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4645152" y="12344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C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3600"/>
          </a:p>
        </p:txBody>
      </p:sp>
      <p:sp>
        <p:nvSpPr>
          <p:cNvPr id="18" name="Text 16"/>
          <p:cNvSpPr/>
          <p:nvPr/>
        </p:nvSpPr>
        <p:spPr>
          <a:xfrm>
            <a:off x="4645152" y="19202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100"/>
              <a:t>첫 구매 </a:t>
            </a:r>
            <a:r>
              <a:rPr lang="ko-KR" altLang="en-US" sz="1100" err="1"/>
              <a:t>전환율</a:t>
            </a:r>
            <a:endParaRPr lang="en-US" sz="1100"/>
          </a:p>
        </p:txBody>
      </p:sp>
      <p:sp>
        <p:nvSpPr>
          <p:cNvPr id="19" name="Text 17"/>
          <p:cNvSpPr/>
          <p:nvPr/>
        </p:nvSpPr>
        <p:spPr>
          <a:xfrm>
            <a:off x="4645152" y="2249424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/>
          </a:p>
        </p:txBody>
      </p:sp>
      <p:sp>
        <p:nvSpPr>
          <p:cNvPr id="20" name="Shape 18"/>
          <p:cNvSpPr/>
          <p:nvPr/>
        </p:nvSpPr>
        <p:spPr>
          <a:xfrm>
            <a:off x="6629400" y="1097280"/>
            <a:ext cx="1883664" cy="15361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9"/>
          <p:cNvSpPr/>
          <p:nvPr/>
        </p:nvSpPr>
        <p:spPr>
          <a:xfrm>
            <a:off x="6629400" y="1097280"/>
            <a:ext cx="1883664" cy="91440"/>
          </a:xfrm>
          <a:prstGeom prst="rect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/>
          <p:nvPr/>
        </p:nvSpPr>
        <p:spPr>
          <a:xfrm>
            <a:off x="6702552" y="1234440"/>
            <a:ext cx="1737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>
                <a:solidFill>
                  <a:srgbClr val="00C7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1000만</a:t>
            </a:r>
            <a:endParaRPr lang="en-US" sz="3600"/>
          </a:p>
        </p:txBody>
      </p:sp>
      <p:sp>
        <p:nvSpPr>
          <p:cNvPr id="23" name="Text 21"/>
          <p:cNvSpPr/>
          <p:nvPr/>
        </p:nvSpPr>
        <p:spPr>
          <a:xfrm>
            <a:off x="6702552" y="192024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</a:t>
            </a:r>
            <a:endParaRPr lang="en-US" sz="1100"/>
          </a:p>
        </p:txBody>
      </p:sp>
      <p:sp>
        <p:nvSpPr>
          <p:cNvPr id="24" name="Text 22"/>
          <p:cNvSpPr/>
          <p:nvPr/>
        </p:nvSpPr>
        <p:spPr>
          <a:xfrm>
            <a:off x="6720840" y="2304288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00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월</a:t>
            </a:r>
            <a:r>
              <a:rPr lang="en-US" sz="100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간 </a:t>
            </a:r>
            <a:r>
              <a:rPr lang="en-US" sz="1000" err="1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방문자</a:t>
            </a:r>
            <a:r>
              <a:rPr lang="en-US" sz="100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err="1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목표</a:t>
            </a:r>
            <a:r>
              <a:rPr lang="en-US" sz="100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(*</a:t>
            </a:r>
            <a:r>
              <a:rPr lang="ko-KR" altLang="en-US" sz="100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로그인 유저 기준</a:t>
            </a:r>
            <a:r>
              <a:rPr lang="en-US" altLang="ko-KR" sz="100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</a:t>
            </a:r>
            <a:r>
              <a:rPr lang="ko-KR" altLang="en-US" sz="1000" err="1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국민앱</a:t>
            </a:r>
            <a:r>
              <a:rPr lang="ko-KR" altLang="en-US" sz="100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등극</a:t>
            </a:r>
            <a:br>
              <a:rPr lang="en-US" altLang="ko-KR" sz="100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000"/>
          </a:p>
        </p:txBody>
      </p:sp>
      <p:sp>
        <p:nvSpPr>
          <p:cNvPr id="25" name="Text 23"/>
          <p:cNvSpPr/>
          <p:nvPr/>
        </p:nvSpPr>
        <p:spPr>
          <a:xfrm>
            <a:off x="457200" y="2816352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err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경쟁</a:t>
            </a:r>
            <a:r>
              <a:rPr lang="en-US" sz="16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err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우위</a:t>
            </a:r>
            <a:r>
              <a:rPr lang="en-US" sz="16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ko-KR" altLang="en-US" sz="16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</a:t>
            </a:r>
            <a:r>
              <a:rPr lang="en-US" sz="16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가지</a:t>
            </a:r>
            <a:endParaRPr lang="en-US" sz="1600"/>
          </a:p>
        </p:txBody>
      </p:sp>
      <p:sp>
        <p:nvSpPr>
          <p:cNvPr id="26" name="Shape 24"/>
          <p:cNvSpPr/>
          <p:nvPr/>
        </p:nvSpPr>
        <p:spPr>
          <a:xfrm>
            <a:off x="457200" y="3273552"/>
            <a:ext cx="2706624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/>
          <p:nvPr/>
        </p:nvSpPr>
        <p:spPr>
          <a:xfrm>
            <a:off x="621792" y="3383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문화적 자부심</a:t>
            </a:r>
            <a:endParaRPr lang="en-US" sz="1400"/>
          </a:p>
        </p:txBody>
      </p:sp>
      <p:sp>
        <p:nvSpPr>
          <p:cNvPr id="28" name="Text 26"/>
          <p:cNvSpPr/>
          <p:nvPr/>
        </p:nvSpPr>
        <p:spPr>
          <a:xfrm>
            <a:off x="621792" y="3767328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26년 한국 오픈마켓 DNA</a:t>
            </a:r>
            <a:endParaRPr lang="en-US" sz="1150"/>
          </a:p>
          <a:p>
            <a:pPr marL="0" indent="0">
              <a:buNone/>
            </a:pPr>
            <a:r>
              <a:rPr lang="en-US" sz="1150" err="1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단군신화</a:t>
            </a:r>
            <a:r>
              <a:rPr lang="en-US" sz="11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err="1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스토리텔</a:t>
            </a:r>
            <a:r>
              <a:rPr lang="ko-KR" altLang="en-US" sz="11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링</a:t>
            </a:r>
            <a:endParaRPr lang="en-US" sz="1150"/>
          </a:p>
        </p:txBody>
      </p:sp>
      <p:sp>
        <p:nvSpPr>
          <p:cNvPr id="29" name="Shape 27"/>
          <p:cNvSpPr/>
          <p:nvPr/>
        </p:nvSpPr>
        <p:spPr>
          <a:xfrm>
            <a:off x="3346704" y="3273552"/>
            <a:ext cx="2706624" cy="1719072"/>
          </a:xfrm>
          <a:prstGeom prst="rect">
            <a:avLst/>
          </a:prstGeom>
          <a:solidFill>
            <a:srgbClr val="062714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8"/>
          <p:cNvSpPr/>
          <p:nvPr/>
        </p:nvSpPr>
        <p:spPr>
          <a:xfrm>
            <a:off x="3511296" y="3383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400" b="1">
                <a:solidFill>
                  <a:srgbClr val="84F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개인</a:t>
            </a:r>
            <a:r>
              <a:rPr lang="en-US" sz="1400" b="1">
                <a:solidFill>
                  <a:srgbClr val="84F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err="1">
                <a:solidFill>
                  <a:srgbClr val="84F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맞춤</a:t>
            </a:r>
            <a:r>
              <a:rPr lang="ko-KR" altLang="en-US" sz="1400" b="1">
                <a:solidFill>
                  <a:srgbClr val="84F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화</a:t>
            </a:r>
            <a:endParaRPr lang="en-US" sz="1400"/>
          </a:p>
        </p:txBody>
      </p:sp>
      <p:sp>
        <p:nvSpPr>
          <p:cNvPr id="31" name="Text 29"/>
          <p:cNvSpPr/>
          <p:nvPr/>
        </p:nvSpPr>
        <p:spPr>
          <a:xfrm>
            <a:off x="3511296" y="3767328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err="1">
                <a:solidFill>
                  <a:srgbClr val="BB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쿠팡</a:t>
            </a:r>
            <a:r>
              <a:rPr lang="en-US" sz="1150">
                <a:solidFill>
                  <a:srgbClr val="BB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(속도)·네이버(검색)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BBDD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어디서도 못 받는 '나만의' 경험</a:t>
            </a:r>
            <a:endParaRPr lang="en-US" sz="1150"/>
          </a:p>
        </p:txBody>
      </p:sp>
      <p:sp>
        <p:nvSpPr>
          <p:cNvPr id="32" name="Shape 30"/>
          <p:cNvSpPr/>
          <p:nvPr/>
        </p:nvSpPr>
        <p:spPr>
          <a:xfrm>
            <a:off x="6236208" y="3273552"/>
            <a:ext cx="2706624" cy="171907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6400800" y="338328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1A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브랜드 IP 자산</a:t>
            </a:r>
            <a:endParaRPr lang="en-US" sz="1400"/>
          </a:p>
        </p:txBody>
      </p:sp>
      <p:sp>
        <p:nvSpPr>
          <p:cNvPr id="34" name="Text 32"/>
          <p:cNvSpPr/>
          <p:nvPr/>
        </p:nvSpPr>
        <p:spPr>
          <a:xfrm>
            <a:off x="6400800" y="3767328"/>
            <a:ext cx="2377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갈릭프렌즈 캐릭터 IP 확장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라인프렌즈 수준 브랜드 자산화</a:t>
            </a:r>
            <a:endParaRPr lang="en-US" sz="1150"/>
          </a:p>
          <a:p>
            <a:pPr marL="0" indent="0">
              <a:buNone/>
            </a:pPr>
            <a:r>
              <a:rPr lang="en-US" sz="1150">
                <a:solidFill>
                  <a:srgbClr val="3D5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마늘 화폐 → 플랫폼 언어 통일</a:t>
            </a:r>
            <a:endParaRPr lang="en-US" sz="1150"/>
          </a:p>
        </p:txBody>
      </p:sp>
      <p:sp>
        <p:nvSpPr>
          <p:cNvPr id="35" name="Text 22">
            <a:extLst>
              <a:ext uri="{FF2B5EF4-FFF2-40B4-BE49-F238E27FC236}">
                <a16:creationId xmlns:a16="http://schemas.microsoft.com/office/drawing/2014/main" id="{7FE56BC9-2608-5922-525D-929A6CFA71DC}"/>
              </a:ext>
            </a:extLst>
          </p:cNvPr>
          <p:cNvSpPr/>
          <p:nvPr/>
        </p:nvSpPr>
        <p:spPr>
          <a:xfrm>
            <a:off x="4645152" y="2267712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000">
                <a:solidFill>
                  <a:srgbClr val="7A9A7A"/>
                </a:solidFill>
                <a:latin typeface="Calibri" pitchFamily="34" charset="0"/>
                <a:cs typeface="Calibri" pitchFamily="34" charset="-120"/>
              </a:rPr>
              <a:t>신규 유입 고객 </a:t>
            </a:r>
            <a:r>
              <a:rPr lang="en-US" altLang="ko-KR" sz="1000">
                <a:solidFill>
                  <a:srgbClr val="7A9A7A"/>
                </a:solidFill>
                <a:latin typeface="Calibri" pitchFamily="34" charset="0"/>
                <a:cs typeface="Calibri" pitchFamily="34" charset="-120"/>
              </a:rPr>
              <a:t>5</a:t>
            </a:r>
            <a:r>
              <a:rPr lang="ko-KR" altLang="en-US" sz="1000">
                <a:solidFill>
                  <a:srgbClr val="7A9A7A"/>
                </a:solidFill>
                <a:latin typeface="Calibri" pitchFamily="34" charset="0"/>
                <a:cs typeface="Calibri" pitchFamily="34" charset="-120"/>
              </a:rPr>
              <a:t>명 중 </a:t>
            </a:r>
            <a:r>
              <a:rPr lang="en-US" altLang="ko-KR" sz="1000">
                <a:solidFill>
                  <a:srgbClr val="7A9A7A"/>
                </a:solidFill>
                <a:latin typeface="Calibri" pitchFamily="34" charset="0"/>
                <a:cs typeface="Calibri" pitchFamily="34" charset="-120"/>
              </a:rPr>
              <a:t>1</a:t>
            </a:r>
            <a:r>
              <a:rPr lang="ko-KR" altLang="en-US" sz="1000">
                <a:solidFill>
                  <a:srgbClr val="7A9A7A"/>
                </a:solidFill>
                <a:latin typeface="Calibri" pitchFamily="34" charset="0"/>
                <a:cs typeface="Calibri" pitchFamily="34" charset="-120"/>
              </a:rPr>
              <a:t>명 </a:t>
            </a:r>
            <a:r>
              <a:rPr lang="ko-KR" altLang="en-US" sz="1000" err="1">
                <a:solidFill>
                  <a:srgbClr val="7A9A7A"/>
                </a:solidFill>
                <a:latin typeface="Calibri" pitchFamily="34" charset="0"/>
                <a:cs typeface="Calibri" pitchFamily="34" charset="-120"/>
              </a:rPr>
              <a:t>실결제</a:t>
            </a:r>
            <a:r>
              <a:rPr lang="ko-KR" altLang="en-US" sz="1000">
                <a:solidFill>
                  <a:srgbClr val="7A9A7A"/>
                </a:solidFill>
                <a:latin typeface="Calibri" pitchFamily="34" charset="0"/>
                <a:cs typeface="Calibri" pitchFamily="34" charset="-120"/>
              </a:rPr>
              <a:t> 유도</a:t>
            </a:r>
            <a:endParaRPr lang="en-US" sz="1000"/>
          </a:p>
        </p:txBody>
      </p:sp>
      <p:sp>
        <p:nvSpPr>
          <p:cNvPr id="38" name="Text 22">
            <a:extLst>
              <a:ext uri="{FF2B5EF4-FFF2-40B4-BE49-F238E27FC236}">
                <a16:creationId xmlns:a16="http://schemas.microsoft.com/office/drawing/2014/main" id="{6B9A3E75-52BD-0F3C-8BC9-4AF5BD702AF9}"/>
              </a:ext>
            </a:extLst>
          </p:cNvPr>
          <p:cNvSpPr/>
          <p:nvPr/>
        </p:nvSpPr>
        <p:spPr>
          <a:xfrm>
            <a:off x="2514600" y="2286000"/>
            <a:ext cx="1737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ko-KR" altLang="en-US" sz="1000">
                <a:solidFill>
                  <a:srgbClr val="7A9A7A"/>
                </a:solidFill>
                <a:latin typeface="Calibri" pitchFamily="34" charset="0"/>
                <a:cs typeface="Calibri" pitchFamily="34" charset="-120"/>
              </a:rPr>
              <a:t>서비스 체질 개선 </a:t>
            </a:r>
            <a:br>
              <a:rPr lang="en-US" altLang="ko-KR" sz="1000">
                <a:solidFill>
                  <a:srgbClr val="7A9A7A"/>
                </a:solidFill>
                <a:latin typeface="Calibri" pitchFamily="34" charset="0"/>
                <a:cs typeface="Calibri" pitchFamily="34" charset="-120"/>
              </a:rPr>
            </a:br>
            <a:r>
              <a:rPr lang="en-US" altLang="ko-KR" sz="1000">
                <a:solidFill>
                  <a:srgbClr val="7A9A7A"/>
                </a:solidFill>
                <a:latin typeface="Calibri" pitchFamily="34" charset="0"/>
                <a:cs typeface="Calibri" pitchFamily="34" charset="-120"/>
              </a:rPr>
              <a:t>(</a:t>
            </a:r>
            <a:r>
              <a:rPr lang="ko-KR" altLang="en-US" sz="1000">
                <a:solidFill>
                  <a:srgbClr val="7A9A7A"/>
                </a:solidFill>
                <a:latin typeface="Calibri" pitchFamily="34" charset="0"/>
                <a:cs typeface="Calibri" pitchFamily="34" charset="-120"/>
              </a:rPr>
              <a:t>방문 습관 형성</a:t>
            </a:r>
            <a:r>
              <a:rPr lang="en-US" altLang="ko-KR" sz="1000">
                <a:solidFill>
                  <a:srgbClr val="7A9A7A"/>
                </a:solidFill>
                <a:latin typeface="Calibri" pitchFamily="34" charset="0"/>
                <a:cs typeface="Calibri" pitchFamily="34" charset="-120"/>
              </a:rPr>
              <a:t>)</a:t>
            </a:r>
            <a:endParaRPr lang="en-US" sz="10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27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2011680"/>
            <a:ext cx="7315200" cy="7315200"/>
          </a:xfrm>
          <a:prstGeom prst="ellipse">
            <a:avLst/>
          </a:prstGeom>
          <a:solidFill>
            <a:srgbClr val="0D4A1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7132320" y="914400"/>
            <a:ext cx="2926080" cy="2926080"/>
          </a:xfrm>
          <a:prstGeom prst="ellipse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685800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마늘 먹고 사람 될게요.</a:t>
            </a:r>
            <a:endParaRPr lang="en-US" sz="440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621792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50">
                <a:solidFill>
                  <a:srgbClr val="BB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우리의 문제는 우리에게 있었다.</a:t>
            </a:r>
            <a:endParaRPr lang="en-US" sz="1750"/>
          </a:p>
          <a:p>
            <a:pPr marL="0" indent="0">
              <a:buNone/>
            </a:pPr>
            <a:r>
              <a:rPr lang="en-US" sz="1750">
                <a:solidFill>
                  <a:srgbClr val="BB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눈앞의 수익만 바라보다 고객을 잃었다.</a:t>
            </a:r>
            <a:endParaRPr lang="en-US" sz="1750"/>
          </a:p>
          <a:p>
            <a:pPr marL="0" indent="0">
              <a:buNone/>
            </a:pPr>
            <a:r>
              <a:rPr lang="en-US" sz="1750">
                <a:solidFill>
                  <a:srgbClr val="BB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이제 진짜 고객 위주로 간다.</a:t>
            </a:r>
            <a:endParaRPr lang="en-US" sz="1750"/>
          </a:p>
        </p:txBody>
      </p:sp>
      <p:sp>
        <p:nvSpPr>
          <p:cNvPr id="6" name="Shape 4"/>
          <p:cNvSpPr/>
          <p:nvPr/>
        </p:nvSpPr>
        <p:spPr>
          <a:xfrm>
            <a:off x="548640" y="3310128"/>
            <a:ext cx="5303520" cy="64008"/>
          </a:xfrm>
          <a:prstGeom prst="rect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548640" y="3493008"/>
            <a:ext cx="6858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>
                <a:solidFill>
                  <a:srgbClr val="84FF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GARLIC — Rooted in Korea, Global in Vision</a:t>
            </a:r>
            <a:endParaRPr lang="en-US" sz="1400"/>
          </a:p>
        </p:txBody>
      </p:sp>
      <p:sp>
        <p:nvSpPr>
          <p:cNvPr id="8" name="Shape 6"/>
          <p:cNvSpPr/>
          <p:nvPr/>
        </p:nvSpPr>
        <p:spPr>
          <a:xfrm>
            <a:off x="548640" y="4279392"/>
            <a:ext cx="301752" cy="301752"/>
          </a:xfrm>
          <a:prstGeom prst="ellipse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384048" y="462686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컨셉 명확성</a:t>
            </a:r>
            <a:endParaRPr lang="en-US" sz="950"/>
          </a:p>
        </p:txBody>
      </p:sp>
      <p:sp>
        <p:nvSpPr>
          <p:cNvPr id="10" name="Shape 8"/>
          <p:cNvSpPr/>
          <p:nvPr/>
        </p:nvSpPr>
        <p:spPr>
          <a:xfrm>
            <a:off x="2103120" y="4279392"/>
            <a:ext cx="301752" cy="301752"/>
          </a:xfrm>
          <a:prstGeom prst="ellipse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/>
          <p:nvPr/>
        </p:nvSpPr>
        <p:spPr>
          <a:xfrm>
            <a:off x="1938528" y="462686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설득력</a:t>
            </a:r>
            <a:endParaRPr lang="en-US" sz="950"/>
          </a:p>
        </p:txBody>
      </p:sp>
      <p:sp>
        <p:nvSpPr>
          <p:cNvPr id="12" name="Shape 10"/>
          <p:cNvSpPr/>
          <p:nvPr/>
        </p:nvSpPr>
        <p:spPr>
          <a:xfrm>
            <a:off x="3657600" y="4279392"/>
            <a:ext cx="301752" cy="301752"/>
          </a:xfrm>
          <a:prstGeom prst="ellipse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3493008" y="462686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차별화</a:t>
            </a:r>
            <a:endParaRPr lang="en-US" sz="950"/>
          </a:p>
        </p:txBody>
      </p:sp>
      <p:sp>
        <p:nvSpPr>
          <p:cNvPr id="14" name="Shape 12"/>
          <p:cNvSpPr/>
          <p:nvPr/>
        </p:nvSpPr>
        <p:spPr>
          <a:xfrm>
            <a:off x="5212080" y="4279392"/>
            <a:ext cx="301752" cy="301752"/>
          </a:xfrm>
          <a:prstGeom prst="ellipse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5047488" y="462686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실행가능성</a:t>
            </a:r>
            <a:endParaRPr lang="en-US" sz="950"/>
          </a:p>
        </p:txBody>
      </p:sp>
      <p:sp>
        <p:nvSpPr>
          <p:cNvPr id="16" name="Shape 14"/>
          <p:cNvSpPr/>
          <p:nvPr/>
        </p:nvSpPr>
        <p:spPr>
          <a:xfrm>
            <a:off x="6766560" y="4279392"/>
            <a:ext cx="301752" cy="301752"/>
          </a:xfrm>
          <a:prstGeom prst="ellipse">
            <a:avLst/>
          </a:prstGeom>
          <a:solidFill>
            <a:srgbClr val="00C7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6601968" y="4626864"/>
            <a:ext cx="1508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>
                <a:solidFill>
                  <a:srgbClr val="7A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기대효과</a:t>
            </a:r>
            <a:endParaRPr lang="en-US" sz="950"/>
          </a:p>
        </p:txBody>
      </p:sp>
      <p:sp>
        <p:nvSpPr>
          <p:cNvPr id="18" name="Text 16"/>
          <p:cNvSpPr/>
          <p:nvPr/>
        </p:nvSpPr>
        <p:spPr>
          <a:xfrm>
            <a:off x="548640" y="4846320"/>
            <a:ext cx="36576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66cf4840-d096-4735-b8ca-3343c17f7dd7}" enabled="1" method="Standard" siteId="{4d67598d-16bc-42f1-a18d-e8fb794aedc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12</Slides>
  <Notes>12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GARLIC — G마켓 리브랜딩 피치</dc:title>
  <dc:subject>PptxGenJS Presentation</dc:subject>
  <dc:creator>박미소</dc:creator>
  <cp:revision>1</cp:revision>
  <dcterms:created xsi:type="dcterms:W3CDTF">2026-04-02T07:48:00Z</dcterms:created>
  <dcterms:modified xsi:type="dcterms:W3CDTF">2026-04-02T10:55:51Z</dcterms:modified>
</cp:coreProperties>
</file>